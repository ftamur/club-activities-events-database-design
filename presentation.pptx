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61" r:id="rId1"/>
  </p:sldMasterIdLst>
  <p:sldIdLst>
    <p:sldId id="257" r:id="rId2"/>
    <p:sldId id="258" r:id="rId3"/>
    <p:sldId id="259" r:id="rId4"/>
    <p:sldId id="260" r:id="rId5"/>
    <p:sldId id="261" r:id="rId6"/>
    <p:sldId id="262" r:id="rId7"/>
    <p:sldId id="268" r:id="rId8"/>
    <p:sldId id="269" r:id="rId9"/>
    <p:sldId id="263" r:id="rId10"/>
    <p:sldId id="264" r:id="rId11"/>
    <p:sldId id="265"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896"/>
    <p:restoredTop sz="94710"/>
  </p:normalViewPr>
  <p:slideViewPr>
    <p:cSldViewPr snapToGrid="0" snapToObjects="1">
      <p:cViewPr varScale="1">
        <p:scale>
          <a:sx n="146" d="100"/>
          <a:sy n="146" d="100"/>
        </p:scale>
        <p:origin x="23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13.png"/><Relationship Id="rId3" Type="http://schemas.openxmlformats.org/officeDocument/2006/relationships/image" Target="../media/image3.png"/><Relationship Id="rId7" Type="http://schemas.openxmlformats.org/officeDocument/2006/relationships/image" Target="../media/image7.png"/><Relationship Id="rId12" Type="http://schemas.openxmlformats.org/officeDocument/2006/relationships/image" Target="../media/image12.svg"/><Relationship Id="rId2" Type="http://schemas.openxmlformats.org/officeDocument/2006/relationships/image" Target="../media/image2.svg"/><Relationship Id="rId16" Type="http://schemas.openxmlformats.org/officeDocument/2006/relationships/image" Target="../media/image16.svg"/><Relationship Id="rId1" Type="http://schemas.openxmlformats.org/officeDocument/2006/relationships/image" Target="../media/image1.png"/><Relationship Id="rId6" Type="http://schemas.openxmlformats.org/officeDocument/2006/relationships/image" Target="../media/image6.sv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svg"/><Relationship Id="rId4" Type="http://schemas.openxmlformats.org/officeDocument/2006/relationships/image" Target="../media/image4.svg"/><Relationship Id="rId9" Type="http://schemas.openxmlformats.org/officeDocument/2006/relationships/image" Target="../media/image9.png"/><Relationship Id="rId14"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00241AC-2350-43D5-A7E0-3AA27CA0886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D43098D7-CF13-49C5-B859-42511981F508}">
      <dgm:prSet/>
      <dgm:spPr/>
      <dgm:t>
        <a:bodyPr/>
        <a:lstStyle/>
        <a:p>
          <a:pPr>
            <a:lnSpc>
              <a:spcPct val="100000"/>
            </a:lnSpc>
            <a:defRPr cap="all"/>
          </a:pPr>
          <a:r>
            <a:rPr lang="en-US"/>
            <a:t> Business Rules</a:t>
          </a:r>
        </a:p>
      </dgm:t>
    </dgm:pt>
    <dgm:pt modelId="{1D6F8F9F-9B6E-432F-B22D-F83AAEE7C944}" type="parTrans" cxnId="{7A39D283-5D80-482F-BE47-6BAFD9CBFF88}">
      <dgm:prSet/>
      <dgm:spPr/>
      <dgm:t>
        <a:bodyPr/>
        <a:lstStyle/>
        <a:p>
          <a:endParaRPr lang="en-US"/>
        </a:p>
      </dgm:t>
    </dgm:pt>
    <dgm:pt modelId="{EA42E172-AAA7-44E2-BF8C-DA1EF498695F}" type="sibTrans" cxnId="{7A39D283-5D80-482F-BE47-6BAFD9CBFF88}">
      <dgm:prSet/>
      <dgm:spPr/>
      <dgm:t>
        <a:bodyPr/>
        <a:lstStyle/>
        <a:p>
          <a:endParaRPr lang="en-US"/>
        </a:p>
      </dgm:t>
    </dgm:pt>
    <dgm:pt modelId="{7AAD2A85-3A83-42DE-A6A9-FC9FDA178C85}">
      <dgm:prSet/>
      <dgm:spPr/>
      <dgm:t>
        <a:bodyPr/>
        <a:lstStyle/>
        <a:p>
          <a:pPr>
            <a:lnSpc>
              <a:spcPct val="100000"/>
            </a:lnSpc>
            <a:defRPr cap="all"/>
          </a:pPr>
          <a:r>
            <a:rPr lang="en-US"/>
            <a:t>Problem Statement </a:t>
          </a:r>
        </a:p>
      </dgm:t>
    </dgm:pt>
    <dgm:pt modelId="{43FA03B7-1179-45A8-BFB9-9D2E59F5C323}" type="parTrans" cxnId="{A056E50F-8BAB-4CD1-ABDF-43A2E1ABA095}">
      <dgm:prSet/>
      <dgm:spPr/>
      <dgm:t>
        <a:bodyPr/>
        <a:lstStyle/>
        <a:p>
          <a:endParaRPr lang="en-US"/>
        </a:p>
      </dgm:t>
    </dgm:pt>
    <dgm:pt modelId="{9F41B0FD-9684-487E-9D3F-18DD95F8CBEE}" type="sibTrans" cxnId="{A056E50F-8BAB-4CD1-ABDF-43A2E1ABA095}">
      <dgm:prSet/>
      <dgm:spPr/>
      <dgm:t>
        <a:bodyPr/>
        <a:lstStyle/>
        <a:p>
          <a:endParaRPr lang="en-US"/>
        </a:p>
      </dgm:t>
    </dgm:pt>
    <dgm:pt modelId="{1F35B9C0-F2AB-4830-86F2-33776DD37FCE}">
      <dgm:prSet/>
      <dgm:spPr/>
      <dgm:t>
        <a:bodyPr/>
        <a:lstStyle/>
        <a:p>
          <a:pPr>
            <a:lnSpc>
              <a:spcPct val="100000"/>
            </a:lnSpc>
            <a:defRPr cap="all"/>
          </a:pPr>
          <a:r>
            <a:rPr lang="en-US"/>
            <a:t>Logical Design</a:t>
          </a:r>
        </a:p>
      </dgm:t>
    </dgm:pt>
    <dgm:pt modelId="{2B75026D-C0E4-4C1D-A4B5-3B357DCD199F}" type="parTrans" cxnId="{821E9CBD-70C6-4007-AE1E-C33841DD8DC5}">
      <dgm:prSet/>
      <dgm:spPr/>
      <dgm:t>
        <a:bodyPr/>
        <a:lstStyle/>
        <a:p>
          <a:endParaRPr lang="en-US"/>
        </a:p>
      </dgm:t>
    </dgm:pt>
    <dgm:pt modelId="{F0B67F08-2B45-4E0F-9A11-5CD9E42F41DE}" type="sibTrans" cxnId="{821E9CBD-70C6-4007-AE1E-C33841DD8DC5}">
      <dgm:prSet/>
      <dgm:spPr/>
      <dgm:t>
        <a:bodyPr/>
        <a:lstStyle/>
        <a:p>
          <a:endParaRPr lang="en-US"/>
        </a:p>
      </dgm:t>
    </dgm:pt>
    <dgm:pt modelId="{D3AA2028-EE93-3C46-B4C6-44CF6E1A0D2F}">
      <dgm:prSet/>
      <dgm:spPr/>
      <dgm:t>
        <a:bodyPr/>
        <a:lstStyle/>
        <a:p>
          <a:pPr>
            <a:lnSpc>
              <a:spcPct val="100000"/>
            </a:lnSpc>
            <a:defRPr cap="all"/>
          </a:pPr>
          <a:r>
            <a:rPr lang="en-US"/>
            <a:t>ERD Diagram</a:t>
          </a:r>
        </a:p>
      </dgm:t>
    </dgm:pt>
    <dgm:pt modelId="{165E217C-4F26-6D42-86BE-05703C6B450E}" type="parTrans" cxnId="{B6BD5900-4A50-CF44-9E7A-38299EF08C36}">
      <dgm:prSet/>
      <dgm:spPr/>
      <dgm:t>
        <a:bodyPr/>
        <a:lstStyle/>
        <a:p>
          <a:endParaRPr lang="en-US"/>
        </a:p>
      </dgm:t>
    </dgm:pt>
    <dgm:pt modelId="{E6EA58A7-EB0B-554E-BCC4-B867ACF89488}" type="sibTrans" cxnId="{B6BD5900-4A50-CF44-9E7A-38299EF08C36}">
      <dgm:prSet/>
      <dgm:spPr/>
      <dgm:t>
        <a:bodyPr/>
        <a:lstStyle/>
        <a:p>
          <a:endParaRPr lang="en-US"/>
        </a:p>
      </dgm:t>
    </dgm:pt>
    <dgm:pt modelId="{8275F098-C47A-4A84-BD4D-1347BFCE3CE7}">
      <dgm:prSet/>
      <dgm:spPr/>
      <dgm:t>
        <a:bodyPr/>
        <a:lstStyle/>
        <a:p>
          <a:pPr>
            <a:lnSpc>
              <a:spcPct val="100000"/>
            </a:lnSpc>
            <a:defRPr cap="all"/>
          </a:pPr>
          <a:r>
            <a:rPr lang="en-US"/>
            <a:t>Potential Improvements</a:t>
          </a:r>
        </a:p>
      </dgm:t>
    </dgm:pt>
    <dgm:pt modelId="{EC3EF834-9ED2-49AD-B314-CC8D81263097}" type="sibTrans" cxnId="{59B0898A-35F3-4385-B507-348953120028}">
      <dgm:prSet/>
      <dgm:spPr/>
      <dgm:t>
        <a:bodyPr/>
        <a:lstStyle/>
        <a:p>
          <a:endParaRPr lang="en-US"/>
        </a:p>
      </dgm:t>
    </dgm:pt>
    <dgm:pt modelId="{A7F30549-E8E0-406C-A208-0B41B583BB7B}" type="parTrans" cxnId="{59B0898A-35F3-4385-B507-348953120028}">
      <dgm:prSet/>
      <dgm:spPr/>
      <dgm:t>
        <a:bodyPr/>
        <a:lstStyle/>
        <a:p>
          <a:endParaRPr lang="en-US"/>
        </a:p>
      </dgm:t>
    </dgm:pt>
    <dgm:pt modelId="{4264F972-7D56-D940-BADA-4458114138AA}">
      <dgm:prSet/>
      <dgm:spPr/>
      <dgm:t>
        <a:bodyPr/>
        <a:lstStyle/>
        <a:p>
          <a:pPr>
            <a:lnSpc>
              <a:spcPct val="100000"/>
            </a:lnSpc>
            <a:defRPr cap="all"/>
          </a:pPr>
          <a:r>
            <a:rPr lang="en-US"/>
            <a:t>Storage</a:t>
          </a:r>
        </a:p>
      </dgm:t>
    </dgm:pt>
    <dgm:pt modelId="{87643457-BC08-5043-988B-66B6B76617EC}" type="parTrans" cxnId="{312DD269-A9E5-5C47-A927-57EFA60B5DCD}">
      <dgm:prSet/>
      <dgm:spPr/>
      <dgm:t>
        <a:bodyPr/>
        <a:lstStyle/>
        <a:p>
          <a:endParaRPr lang="en-US"/>
        </a:p>
      </dgm:t>
    </dgm:pt>
    <dgm:pt modelId="{93CA565A-E7C1-6142-B174-F4EC757F1314}" type="sibTrans" cxnId="{312DD269-A9E5-5C47-A927-57EFA60B5DCD}">
      <dgm:prSet/>
      <dgm:spPr/>
      <dgm:t>
        <a:bodyPr/>
        <a:lstStyle/>
        <a:p>
          <a:endParaRPr lang="en-US"/>
        </a:p>
      </dgm:t>
    </dgm:pt>
    <dgm:pt modelId="{4B1BCA6B-96C6-EB4E-9FA1-53FB5FBA4C0D}">
      <dgm:prSet/>
      <dgm:spPr/>
      <dgm:t>
        <a:bodyPr/>
        <a:lstStyle/>
        <a:p>
          <a:pPr>
            <a:lnSpc>
              <a:spcPct val="100000"/>
            </a:lnSpc>
            <a:defRPr cap="all"/>
          </a:pPr>
          <a:r>
            <a:rPr lang="en-US"/>
            <a:t>Security</a:t>
          </a:r>
        </a:p>
      </dgm:t>
    </dgm:pt>
    <dgm:pt modelId="{2A59878F-3312-6E46-8CA4-5D639F60EA3C}" type="parTrans" cxnId="{77F62DCA-DB73-8C40-B7C7-80DD000207E6}">
      <dgm:prSet/>
      <dgm:spPr/>
      <dgm:t>
        <a:bodyPr/>
        <a:lstStyle/>
        <a:p>
          <a:endParaRPr lang="en-US"/>
        </a:p>
      </dgm:t>
    </dgm:pt>
    <dgm:pt modelId="{ACD9C21E-72F5-8244-801F-86CBF47D687D}" type="sibTrans" cxnId="{77F62DCA-DB73-8C40-B7C7-80DD000207E6}">
      <dgm:prSet/>
      <dgm:spPr/>
      <dgm:t>
        <a:bodyPr/>
        <a:lstStyle/>
        <a:p>
          <a:endParaRPr lang="en-US"/>
        </a:p>
      </dgm:t>
    </dgm:pt>
    <dgm:pt modelId="{FA80B949-0D5D-0645-BBDF-358C71B854D1}">
      <dgm:prSet/>
      <dgm:spPr/>
      <dgm:t>
        <a:bodyPr/>
        <a:lstStyle/>
        <a:p>
          <a:pPr>
            <a:lnSpc>
              <a:spcPct val="100000"/>
            </a:lnSpc>
            <a:defRPr cap="all"/>
          </a:pPr>
          <a:r>
            <a:rPr lang="en-US"/>
            <a:t>Backup</a:t>
          </a:r>
        </a:p>
      </dgm:t>
    </dgm:pt>
    <dgm:pt modelId="{7EE1F7B8-2488-AB46-89C2-D4249152F42B}" type="parTrans" cxnId="{697E8D3A-61B4-2D48-A061-E017A613EAE8}">
      <dgm:prSet/>
      <dgm:spPr/>
      <dgm:t>
        <a:bodyPr/>
        <a:lstStyle/>
        <a:p>
          <a:endParaRPr lang="en-US"/>
        </a:p>
      </dgm:t>
    </dgm:pt>
    <dgm:pt modelId="{9ECFEA91-1793-5C49-9E10-44C9F60014D2}" type="sibTrans" cxnId="{697E8D3A-61B4-2D48-A061-E017A613EAE8}">
      <dgm:prSet/>
      <dgm:spPr/>
      <dgm:t>
        <a:bodyPr/>
        <a:lstStyle/>
        <a:p>
          <a:endParaRPr lang="en-US"/>
        </a:p>
      </dgm:t>
    </dgm:pt>
    <dgm:pt modelId="{44D572C9-AB58-48DB-AC58-5A4CFEC4315F}" type="pres">
      <dgm:prSet presAssocID="{000241AC-2350-43D5-A7E0-3AA27CA0886B}" presName="root" presStyleCnt="0">
        <dgm:presLayoutVars>
          <dgm:dir/>
          <dgm:resizeHandles val="exact"/>
        </dgm:presLayoutVars>
      </dgm:prSet>
      <dgm:spPr/>
    </dgm:pt>
    <dgm:pt modelId="{DBF8DE36-67D6-4984-AC7E-7220FDFC0B8A}" type="pres">
      <dgm:prSet presAssocID="{7AAD2A85-3A83-42DE-A6A9-FC9FDA178C85}" presName="compNode" presStyleCnt="0"/>
      <dgm:spPr/>
    </dgm:pt>
    <dgm:pt modelId="{0A254848-B118-4ECE-AC42-4C7E1D527B94}" type="pres">
      <dgm:prSet presAssocID="{7AAD2A85-3A83-42DE-A6A9-FC9FDA178C85}" presName="iconBgRect" presStyleLbl="bgShp" presStyleIdx="0" presStyleCnt="8"/>
      <dgm:spPr>
        <a:prstGeom prst="round2DiagRect">
          <a:avLst>
            <a:gd name="adj1" fmla="val 29727"/>
            <a:gd name="adj2" fmla="val 0"/>
          </a:avLst>
        </a:prstGeom>
      </dgm:spPr>
    </dgm:pt>
    <dgm:pt modelId="{7CD2CAF7-7BE4-4AA9-B777-3E886BB56E47}" type="pres">
      <dgm:prSet presAssocID="{7AAD2A85-3A83-42DE-A6A9-FC9FDA178C85}"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lp"/>
        </a:ext>
      </dgm:extLst>
    </dgm:pt>
    <dgm:pt modelId="{6890D465-C850-415D-A700-9B487FBDCD49}" type="pres">
      <dgm:prSet presAssocID="{7AAD2A85-3A83-42DE-A6A9-FC9FDA178C85}" presName="spaceRect" presStyleCnt="0"/>
      <dgm:spPr/>
    </dgm:pt>
    <dgm:pt modelId="{AECB4148-12BB-42F4-A3B9-024F80565B83}" type="pres">
      <dgm:prSet presAssocID="{7AAD2A85-3A83-42DE-A6A9-FC9FDA178C85}" presName="textRect" presStyleLbl="revTx" presStyleIdx="0" presStyleCnt="8">
        <dgm:presLayoutVars>
          <dgm:chMax val="1"/>
          <dgm:chPref val="1"/>
        </dgm:presLayoutVars>
      </dgm:prSet>
      <dgm:spPr/>
    </dgm:pt>
    <dgm:pt modelId="{BF7430A5-760F-4E69-AC5B-4D9F67A91BC1}" type="pres">
      <dgm:prSet presAssocID="{9F41B0FD-9684-487E-9D3F-18DD95F8CBEE}" presName="sibTrans" presStyleCnt="0"/>
      <dgm:spPr/>
    </dgm:pt>
    <dgm:pt modelId="{D3B5C251-7070-42C4-B5A5-2BD2F6B5C9B1}" type="pres">
      <dgm:prSet presAssocID="{D43098D7-CF13-49C5-B859-42511981F508}" presName="compNode" presStyleCnt="0"/>
      <dgm:spPr/>
    </dgm:pt>
    <dgm:pt modelId="{FE2B23BC-DF46-4200-B94E-4912642E2886}" type="pres">
      <dgm:prSet presAssocID="{D43098D7-CF13-49C5-B859-42511981F508}" presName="iconBgRect" presStyleLbl="bgShp" presStyleIdx="1" presStyleCnt="8"/>
      <dgm:spPr>
        <a:prstGeom prst="round2DiagRect">
          <a:avLst>
            <a:gd name="adj1" fmla="val 29727"/>
            <a:gd name="adj2" fmla="val 0"/>
          </a:avLst>
        </a:prstGeom>
      </dgm:spPr>
    </dgm:pt>
    <dgm:pt modelId="{26408E7E-D61B-4F59-8AE1-A5FFF5A99AC3}" type="pres">
      <dgm:prSet presAssocID="{D43098D7-CF13-49C5-B859-42511981F508}"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list"/>
        </a:ext>
      </dgm:extLst>
    </dgm:pt>
    <dgm:pt modelId="{324D61E0-4AAF-4707-AB9D-FEF4AADD09B9}" type="pres">
      <dgm:prSet presAssocID="{D43098D7-CF13-49C5-B859-42511981F508}" presName="spaceRect" presStyleCnt="0"/>
      <dgm:spPr/>
    </dgm:pt>
    <dgm:pt modelId="{152525F3-E260-4E02-9697-1FB0962CA795}" type="pres">
      <dgm:prSet presAssocID="{D43098D7-CF13-49C5-B859-42511981F508}" presName="textRect" presStyleLbl="revTx" presStyleIdx="1" presStyleCnt="8">
        <dgm:presLayoutVars>
          <dgm:chMax val="1"/>
          <dgm:chPref val="1"/>
        </dgm:presLayoutVars>
      </dgm:prSet>
      <dgm:spPr/>
    </dgm:pt>
    <dgm:pt modelId="{646E4534-649E-4C8B-8A39-0B25519EDCDD}" type="pres">
      <dgm:prSet presAssocID="{EA42E172-AAA7-44E2-BF8C-DA1EF498695F}" presName="sibTrans" presStyleCnt="0"/>
      <dgm:spPr/>
    </dgm:pt>
    <dgm:pt modelId="{88F17FED-74E1-C34F-845A-2672FD26DE86}" type="pres">
      <dgm:prSet presAssocID="{D3AA2028-EE93-3C46-B4C6-44CF6E1A0D2F}" presName="compNode" presStyleCnt="0"/>
      <dgm:spPr/>
    </dgm:pt>
    <dgm:pt modelId="{9453A69B-9F65-4545-A83B-F4D194B8F2AE}" type="pres">
      <dgm:prSet presAssocID="{D3AA2028-EE93-3C46-B4C6-44CF6E1A0D2F}" presName="iconBgRect" presStyleLbl="bgShp" presStyleIdx="2" presStyleCnt="8"/>
      <dgm:spPr>
        <a:prstGeom prst="round2DiagRect">
          <a:avLst>
            <a:gd name="adj1" fmla="val 29727"/>
            <a:gd name="adj2" fmla="val 0"/>
          </a:avLst>
        </a:prstGeom>
      </dgm:spPr>
    </dgm:pt>
    <dgm:pt modelId="{FED052C1-049F-2846-A3E0-0565A755FB5B}" type="pres">
      <dgm:prSet presAssocID="{D3AA2028-EE93-3C46-B4C6-44CF6E1A0D2F}"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Network Diagram"/>
        </a:ext>
      </dgm:extLst>
    </dgm:pt>
    <dgm:pt modelId="{C9040E96-059F-3048-AFCF-1CE7BD10296F}" type="pres">
      <dgm:prSet presAssocID="{D3AA2028-EE93-3C46-B4C6-44CF6E1A0D2F}" presName="spaceRect" presStyleCnt="0"/>
      <dgm:spPr/>
    </dgm:pt>
    <dgm:pt modelId="{CD55B139-0E11-7245-AD58-E8638571B112}" type="pres">
      <dgm:prSet presAssocID="{D3AA2028-EE93-3C46-B4C6-44CF6E1A0D2F}" presName="textRect" presStyleLbl="revTx" presStyleIdx="2" presStyleCnt="8">
        <dgm:presLayoutVars>
          <dgm:chMax val="1"/>
          <dgm:chPref val="1"/>
        </dgm:presLayoutVars>
      </dgm:prSet>
      <dgm:spPr/>
    </dgm:pt>
    <dgm:pt modelId="{810E2D67-12C9-644E-A163-9C6B305C8078}" type="pres">
      <dgm:prSet presAssocID="{E6EA58A7-EB0B-554E-BCC4-B867ACF89488}" presName="sibTrans" presStyleCnt="0"/>
      <dgm:spPr/>
    </dgm:pt>
    <dgm:pt modelId="{8B2AE357-131D-4D38-B60A-636B9932C1D3}" type="pres">
      <dgm:prSet presAssocID="{1F35B9C0-F2AB-4830-86F2-33776DD37FCE}" presName="compNode" presStyleCnt="0"/>
      <dgm:spPr/>
    </dgm:pt>
    <dgm:pt modelId="{1BE77A8B-8B58-4484-BE7A-9559C8114650}" type="pres">
      <dgm:prSet presAssocID="{1F35B9C0-F2AB-4830-86F2-33776DD37FCE}" presName="iconBgRect" presStyleLbl="bgShp" presStyleIdx="3" presStyleCnt="8"/>
      <dgm:spPr>
        <a:prstGeom prst="round2DiagRect">
          <a:avLst>
            <a:gd name="adj1" fmla="val 29727"/>
            <a:gd name="adj2" fmla="val 0"/>
          </a:avLst>
        </a:prstGeom>
      </dgm:spPr>
    </dgm:pt>
    <dgm:pt modelId="{639696D8-69B6-4D26-A297-C7B5D8DAD5EA}" type="pres">
      <dgm:prSet presAssocID="{1F35B9C0-F2AB-4830-86F2-33776DD37FCE}"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3E3D837D-2C91-433C-98C2-9AC0725BEF2A}" type="pres">
      <dgm:prSet presAssocID="{1F35B9C0-F2AB-4830-86F2-33776DD37FCE}" presName="spaceRect" presStyleCnt="0"/>
      <dgm:spPr/>
    </dgm:pt>
    <dgm:pt modelId="{2A49E4D6-3BDE-4445-B791-D488752DB6F6}" type="pres">
      <dgm:prSet presAssocID="{1F35B9C0-F2AB-4830-86F2-33776DD37FCE}" presName="textRect" presStyleLbl="revTx" presStyleIdx="3" presStyleCnt="8">
        <dgm:presLayoutVars>
          <dgm:chMax val="1"/>
          <dgm:chPref val="1"/>
        </dgm:presLayoutVars>
      </dgm:prSet>
      <dgm:spPr/>
    </dgm:pt>
    <dgm:pt modelId="{063AEFC3-9C25-489B-833C-782D02C2D931}" type="pres">
      <dgm:prSet presAssocID="{F0B67F08-2B45-4E0F-9A11-5CD9E42F41DE}" presName="sibTrans" presStyleCnt="0"/>
      <dgm:spPr/>
    </dgm:pt>
    <dgm:pt modelId="{CEF4F7DA-07DE-3345-9657-21ADD0C45DE7}" type="pres">
      <dgm:prSet presAssocID="{4264F972-7D56-D940-BADA-4458114138AA}" presName="compNode" presStyleCnt="0"/>
      <dgm:spPr/>
    </dgm:pt>
    <dgm:pt modelId="{BBE07DAF-D1CC-9846-90B4-2BF919A25E7A}" type="pres">
      <dgm:prSet presAssocID="{4264F972-7D56-D940-BADA-4458114138AA}" presName="iconBgRect" presStyleLbl="bgShp" presStyleIdx="4" presStyleCnt="8"/>
      <dgm:spPr>
        <a:prstGeom prst="round2DiagRect">
          <a:avLst>
            <a:gd name="adj1" fmla="val 29727"/>
            <a:gd name="adj2" fmla="val 0"/>
          </a:avLst>
        </a:prstGeom>
      </dgm:spPr>
    </dgm:pt>
    <dgm:pt modelId="{5324906F-1557-2B4A-B576-29B0A5347D66}" type="pres">
      <dgm:prSet presAssocID="{4264F972-7D56-D940-BADA-4458114138AA}"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Database"/>
        </a:ext>
      </dgm:extLst>
    </dgm:pt>
    <dgm:pt modelId="{509344CE-BA54-E240-BC17-115B55F54277}" type="pres">
      <dgm:prSet presAssocID="{4264F972-7D56-D940-BADA-4458114138AA}" presName="spaceRect" presStyleCnt="0"/>
      <dgm:spPr/>
    </dgm:pt>
    <dgm:pt modelId="{3020E8A4-5E19-E947-A9FB-A84EADA8ADAB}" type="pres">
      <dgm:prSet presAssocID="{4264F972-7D56-D940-BADA-4458114138AA}" presName="textRect" presStyleLbl="revTx" presStyleIdx="4" presStyleCnt="8">
        <dgm:presLayoutVars>
          <dgm:chMax val="1"/>
          <dgm:chPref val="1"/>
        </dgm:presLayoutVars>
      </dgm:prSet>
      <dgm:spPr/>
    </dgm:pt>
    <dgm:pt modelId="{2D8F09EB-6954-3840-94F5-0F0A4441F47D}" type="pres">
      <dgm:prSet presAssocID="{93CA565A-E7C1-6142-B174-F4EC757F1314}" presName="sibTrans" presStyleCnt="0"/>
      <dgm:spPr/>
    </dgm:pt>
    <dgm:pt modelId="{A3548973-C09F-4C44-98A8-BA9D9681917F}" type="pres">
      <dgm:prSet presAssocID="{FA80B949-0D5D-0645-BBDF-358C71B854D1}" presName="compNode" presStyleCnt="0"/>
      <dgm:spPr/>
    </dgm:pt>
    <dgm:pt modelId="{C08D60BA-133D-274C-92D7-901626AAA33A}" type="pres">
      <dgm:prSet presAssocID="{FA80B949-0D5D-0645-BBDF-358C71B854D1}" presName="iconBgRect" presStyleLbl="bgShp" presStyleIdx="5" presStyleCnt="8"/>
      <dgm:spPr>
        <a:prstGeom prst="round2DiagRect">
          <a:avLst>
            <a:gd name="adj1" fmla="val 29727"/>
            <a:gd name="adj2" fmla="val 0"/>
          </a:avLst>
        </a:prstGeom>
      </dgm:spPr>
    </dgm:pt>
    <dgm:pt modelId="{7DD12F44-C42A-E04F-AD3A-E8AAB356D34F}" type="pres">
      <dgm:prSet presAssocID="{FA80B949-0D5D-0645-BBDF-358C71B854D1}"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Syncing Cloud"/>
        </a:ext>
      </dgm:extLst>
    </dgm:pt>
    <dgm:pt modelId="{D3BA41C2-0E77-5547-B3E9-C9D93620FD62}" type="pres">
      <dgm:prSet presAssocID="{FA80B949-0D5D-0645-BBDF-358C71B854D1}" presName="spaceRect" presStyleCnt="0"/>
      <dgm:spPr/>
    </dgm:pt>
    <dgm:pt modelId="{DE94759A-CED5-0B40-AAD9-B130A91CD5C3}" type="pres">
      <dgm:prSet presAssocID="{FA80B949-0D5D-0645-BBDF-358C71B854D1}" presName="textRect" presStyleLbl="revTx" presStyleIdx="5" presStyleCnt="8">
        <dgm:presLayoutVars>
          <dgm:chMax val="1"/>
          <dgm:chPref val="1"/>
        </dgm:presLayoutVars>
      </dgm:prSet>
      <dgm:spPr/>
    </dgm:pt>
    <dgm:pt modelId="{E5AEA733-243C-5947-87A1-C3B359483BD3}" type="pres">
      <dgm:prSet presAssocID="{9ECFEA91-1793-5C49-9E10-44C9F60014D2}" presName="sibTrans" presStyleCnt="0"/>
      <dgm:spPr/>
    </dgm:pt>
    <dgm:pt modelId="{7C1C7657-DFFD-BF4A-A0C9-0D16CED6368A}" type="pres">
      <dgm:prSet presAssocID="{4B1BCA6B-96C6-EB4E-9FA1-53FB5FBA4C0D}" presName="compNode" presStyleCnt="0"/>
      <dgm:spPr/>
    </dgm:pt>
    <dgm:pt modelId="{4F91C941-37EA-2A40-87A3-894196C1FA54}" type="pres">
      <dgm:prSet presAssocID="{4B1BCA6B-96C6-EB4E-9FA1-53FB5FBA4C0D}" presName="iconBgRect" presStyleLbl="bgShp" presStyleIdx="6" presStyleCnt="8"/>
      <dgm:spPr>
        <a:prstGeom prst="round2DiagRect">
          <a:avLst>
            <a:gd name="adj1" fmla="val 29727"/>
            <a:gd name="adj2" fmla="val 0"/>
          </a:avLst>
        </a:prstGeom>
      </dgm:spPr>
    </dgm:pt>
    <dgm:pt modelId="{577554D5-1EBD-EF46-9E7F-ED69606A5745}" type="pres">
      <dgm:prSet presAssocID="{4B1BCA6B-96C6-EB4E-9FA1-53FB5FBA4C0D}"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Employee Badge"/>
        </a:ext>
      </dgm:extLst>
    </dgm:pt>
    <dgm:pt modelId="{3F0331F2-5DE9-ED47-A695-793E0D7810DF}" type="pres">
      <dgm:prSet presAssocID="{4B1BCA6B-96C6-EB4E-9FA1-53FB5FBA4C0D}" presName="spaceRect" presStyleCnt="0"/>
      <dgm:spPr/>
    </dgm:pt>
    <dgm:pt modelId="{BE587A2E-7398-6E4C-9C4B-EB9EAFC3DD0A}" type="pres">
      <dgm:prSet presAssocID="{4B1BCA6B-96C6-EB4E-9FA1-53FB5FBA4C0D}" presName="textRect" presStyleLbl="revTx" presStyleIdx="6" presStyleCnt="8">
        <dgm:presLayoutVars>
          <dgm:chMax val="1"/>
          <dgm:chPref val="1"/>
        </dgm:presLayoutVars>
      </dgm:prSet>
      <dgm:spPr/>
    </dgm:pt>
    <dgm:pt modelId="{9BC6F99A-CBAA-134B-B229-B3B2A19AE684}" type="pres">
      <dgm:prSet presAssocID="{ACD9C21E-72F5-8244-801F-86CBF47D687D}" presName="sibTrans" presStyleCnt="0"/>
      <dgm:spPr/>
    </dgm:pt>
    <dgm:pt modelId="{58D0056B-27F7-47F6-AD4F-E3518CD04C87}" type="pres">
      <dgm:prSet presAssocID="{8275F098-C47A-4A84-BD4D-1347BFCE3CE7}" presName="compNode" presStyleCnt="0"/>
      <dgm:spPr/>
    </dgm:pt>
    <dgm:pt modelId="{9F7FB685-9BF0-42CD-B61A-285C26255EE1}" type="pres">
      <dgm:prSet presAssocID="{8275F098-C47A-4A84-BD4D-1347BFCE3CE7}" presName="iconBgRect" presStyleLbl="bgShp" presStyleIdx="7" presStyleCnt="8"/>
      <dgm:spPr>
        <a:prstGeom prst="round2DiagRect">
          <a:avLst>
            <a:gd name="adj1" fmla="val 29727"/>
            <a:gd name="adj2" fmla="val 0"/>
          </a:avLst>
        </a:prstGeom>
      </dgm:spPr>
    </dgm:pt>
    <dgm:pt modelId="{91E1A84D-844E-4176-8693-412D08E24AC9}" type="pres">
      <dgm:prSet presAssocID="{8275F098-C47A-4A84-BD4D-1347BFCE3CE7}"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a:noFill/>
        </a:ln>
      </dgm:spPr>
      <dgm:extLst>
        <a:ext uri="{E40237B7-FDA0-4F09-8148-C483321AD2D9}">
          <dgm14:cNvPr xmlns:dgm14="http://schemas.microsoft.com/office/drawing/2010/diagram" id="0" name="" descr="Upward trend"/>
        </a:ext>
      </dgm:extLst>
    </dgm:pt>
    <dgm:pt modelId="{10C89A91-6727-4C46-8E18-ABF5EA50B936}" type="pres">
      <dgm:prSet presAssocID="{8275F098-C47A-4A84-BD4D-1347BFCE3CE7}" presName="spaceRect" presStyleCnt="0"/>
      <dgm:spPr/>
    </dgm:pt>
    <dgm:pt modelId="{65C3419E-C615-4F80-9DEC-029B8BC23F33}" type="pres">
      <dgm:prSet presAssocID="{8275F098-C47A-4A84-BD4D-1347BFCE3CE7}" presName="textRect" presStyleLbl="revTx" presStyleIdx="7" presStyleCnt="8">
        <dgm:presLayoutVars>
          <dgm:chMax val="1"/>
          <dgm:chPref val="1"/>
        </dgm:presLayoutVars>
      </dgm:prSet>
      <dgm:spPr/>
    </dgm:pt>
  </dgm:ptLst>
  <dgm:cxnLst>
    <dgm:cxn modelId="{B6BD5900-4A50-CF44-9E7A-38299EF08C36}" srcId="{000241AC-2350-43D5-A7E0-3AA27CA0886B}" destId="{D3AA2028-EE93-3C46-B4C6-44CF6E1A0D2F}" srcOrd="2" destOrd="0" parTransId="{165E217C-4F26-6D42-86BE-05703C6B450E}" sibTransId="{E6EA58A7-EB0B-554E-BCC4-B867ACF89488}"/>
    <dgm:cxn modelId="{A056E50F-8BAB-4CD1-ABDF-43A2E1ABA095}" srcId="{000241AC-2350-43D5-A7E0-3AA27CA0886B}" destId="{7AAD2A85-3A83-42DE-A6A9-FC9FDA178C85}" srcOrd="0" destOrd="0" parTransId="{43FA03B7-1179-45A8-BFB9-9D2E59F5C323}" sibTransId="{9F41B0FD-9684-487E-9D3F-18DD95F8CBEE}"/>
    <dgm:cxn modelId="{697E8D3A-61B4-2D48-A061-E017A613EAE8}" srcId="{000241AC-2350-43D5-A7E0-3AA27CA0886B}" destId="{FA80B949-0D5D-0645-BBDF-358C71B854D1}" srcOrd="5" destOrd="0" parTransId="{7EE1F7B8-2488-AB46-89C2-D4249152F42B}" sibTransId="{9ECFEA91-1793-5C49-9E10-44C9F60014D2}"/>
    <dgm:cxn modelId="{87081B4F-D3AD-EB4B-BED7-02126A491B97}" type="presOf" srcId="{7AAD2A85-3A83-42DE-A6A9-FC9FDA178C85}" destId="{AECB4148-12BB-42F4-A3B9-024F80565B83}" srcOrd="0" destOrd="0" presId="urn:microsoft.com/office/officeart/2018/5/layout/IconLeafLabelList"/>
    <dgm:cxn modelId="{D7CA1459-B306-EB4D-BD46-8206C370E6FF}" type="presOf" srcId="{8275F098-C47A-4A84-BD4D-1347BFCE3CE7}" destId="{65C3419E-C615-4F80-9DEC-029B8BC23F33}" srcOrd="0" destOrd="0" presId="urn:microsoft.com/office/officeart/2018/5/layout/IconLeafLabelList"/>
    <dgm:cxn modelId="{59BA075D-CBF7-D542-8C14-9015E2D21257}" type="presOf" srcId="{FA80B949-0D5D-0645-BBDF-358C71B854D1}" destId="{DE94759A-CED5-0B40-AAD9-B130A91CD5C3}" srcOrd="0" destOrd="0" presId="urn:microsoft.com/office/officeart/2018/5/layout/IconLeafLabelList"/>
    <dgm:cxn modelId="{312DD269-A9E5-5C47-A927-57EFA60B5DCD}" srcId="{000241AC-2350-43D5-A7E0-3AA27CA0886B}" destId="{4264F972-7D56-D940-BADA-4458114138AA}" srcOrd="4" destOrd="0" parTransId="{87643457-BC08-5043-988B-66B6B76617EC}" sibTransId="{93CA565A-E7C1-6142-B174-F4EC757F1314}"/>
    <dgm:cxn modelId="{4959536D-6406-3F40-A754-E9F4F88F826B}" type="presOf" srcId="{1F35B9C0-F2AB-4830-86F2-33776DD37FCE}" destId="{2A49E4D6-3BDE-4445-B791-D488752DB6F6}" srcOrd="0" destOrd="0" presId="urn:microsoft.com/office/officeart/2018/5/layout/IconLeafLabelList"/>
    <dgm:cxn modelId="{7A39D283-5D80-482F-BE47-6BAFD9CBFF88}" srcId="{000241AC-2350-43D5-A7E0-3AA27CA0886B}" destId="{D43098D7-CF13-49C5-B859-42511981F508}" srcOrd="1" destOrd="0" parTransId="{1D6F8F9F-9B6E-432F-B22D-F83AAEE7C944}" sibTransId="{EA42E172-AAA7-44E2-BF8C-DA1EF498695F}"/>
    <dgm:cxn modelId="{59B0898A-35F3-4385-B507-348953120028}" srcId="{000241AC-2350-43D5-A7E0-3AA27CA0886B}" destId="{8275F098-C47A-4A84-BD4D-1347BFCE3CE7}" srcOrd="7" destOrd="0" parTransId="{A7F30549-E8E0-406C-A208-0B41B583BB7B}" sibTransId="{EC3EF834-9ED2-49AD-B314-CC8D81263097}"/>
    <dgm:cxn modelId="{821E9CBD-70C6-4007-AE1E-C33841DD8DC5}" srcId="{000241AC-2350-43D5-A7E0-3AA27CA0886B}" destId="{1F35B9C0-F2AB-4830-86F2-33776DD37FCE}" srcOrd="3" destOrd="0" parTransId="{2B75026D-C0E4-4C1D-A4B5-3B357DCD199F}" sibTransId="{F0B67F08-2B45-4E0F-9A11-5CD9E42F41DE}"/>
    <dgm:cxn modelId="{77F62DCA-DB73-8C40-B7C7-80DD000207E6}" srcId="{000241AC-2350-43D5-A7E0-3AA27CA0886B}" destId="{4B1BCA6B-96C6-EB4E-9FA1-53FB5FBA4C0D}" srcOrd="6" destOrd="0" parTransId="{2A59878F-3312-6E46-8CA4-5D639F60EA3C}" sibTransId="{ACD9C21E-72F5-8244-801F-86CBF47D687D}"/>
    <dgm:cxn modelId="{00C843D6-D8FE-D44C-8E07-4CBD893F3DED}" type="presOf" srcId="{4264F972-7D56-D940-BADA-4458114138AA}" destId="{3020E8A4-5E19-E947-A9FB-A84EADA8ADAB}" srcOrd="0" destOrd="0" presId="urn:microsoft.com/office/officeart/2018/5/layout/IconLeafLabelList"/>
    <dgm:cxn modelId="{B80395EA-C5C7-F34A-9560-2D463F5C26A7}" type="presOf" srcId="{D3AA2028-EE93-3C46-B4C6-44CF6E1A0D2F}" destId="{CD55B139-0E11-7245-AD58-E8638571B112}" srcOrd="0" destOrd="0" presId="urn:microsoft.com/office/officeart/2018/5/layout/IconLeafLabelList"/>
    <dgm:cxn modelId="{8741C7ED-FBFD-9641-A153-1591366F32AF}" type="presOf" srcId="{000241AC-2350-43D5-A7E0-3AA27CA0886B}" destId="{44D572C9-AB58-48DB-AC58-5A4CFEC4315F}" srcOrd="0" destOrd="0" presId="urn:microsoft.com/office/officeart/2018/5/layout/IconLeafLabelList"/>
    <dgm:cxn modelId="{4A74B2F0-F591-714A-A6BF-1A73C6578C74}" type="presOf" srcId="{4B1BCA6B-96C6-EB4E-9FA1-53FB5FBA4C0D}" destId="{BE587A2E-7398-6E4C-9C4B-EB9EAFC3DD0A}" srcOrd="0" destOrd="0" presId="urn:microsoft.com/office/officeart/2018/5/layout/IconLeafLabelList"/>
    <dgm:cxn modelId="{90E938FE-76FB-F34B-AA52-63225BCE1997}" type="presOf" srcId="{D43098D7-CF13-49C5-B859-42511981F508}" destId="{152525F3-E260-4E02-9697-1FB0962CA795}" srcOrd="0" destOrd="0" presId="urn:microsoft.com/office/officeart/2018/5/layout/IconLeafLabelList"/>
    <dgm:cxn modelId="{91486AE8-F8BE-4540-A54A-D381CDA745A2}" type="presParOf" srcId="{44D572C9-AB58-48DB-AC58-5A4CFEC4315F}" destId="{DBF8DE36-67D6-4984-AC7E-7220FDFC0B8A}" srcOrd="0" destOrd="0" presId="urn:microsoft.com/office/officeart/2018/5/layout/IconLeafLabelList"/>
    <dgm:cxn modelId="{9AE8FFF0-EB76-254A-BC18-6C84C3B556AB}" type="presParOf" srcId="{DBF8DE36-67D6-4984-AC7E-7220FDFC0B8A}" destId="{0A254848-B118-4ECE-AC42-4C7E1D527B94}" srcOrd="0" destOrd="0" presId="urn:microsoft.com/office/officeart/2018/5/layout/IconLeafLabelList"/>
    <dgm:cxn modelId="{D7F69815-2935-DE44-AF64-0610D22BDA08}" type="presParOf" srcId="{DBF8DE36-67D6-4984-AC7E-7220FDFC0B8A}" destId="{7CD2CAF7-7BE4-4AA9-B777-3E886BB56E47}" srcOrd="1" destOrd="0" presId="urn:microsoft.com/office/officeart/2018/5/layout/IconLeafLabelList"/>
    <dgm:cxn modelId="{B411EE2B-3FAF-0A48-8058-2DA766610202}" type="presParOf" srcId="{DBF8DE36-67D6-4984-AC7E-7220FDFC0B8A}" destId="{6890D465-C850-415D-A700-9B487FBDCD49}" srcOrd="2" destOrd="0" presId="urn:microsoft.com/office/officeart/2018/5/layout/IconLeafLabelList"/>
    <dgm:cxn modelId="{080BF40E-4674-D244-84EC-E597D9F64B45}" type="presParOf" srcId="{DBF8DE36-67D6-4984-AC7E-7220FDFC0B8A}" destId="{AECB4148-12BB-42F4-A3B9-024F80565B83}" srcOrd="3" destOrd="0" presId="urn:microsoft.com/office/officeart/2018/5/layout/IconLeafLabelList"/>
    <dgm:cxn modelId="{589FB7E0-6B70-7740-B1DD-BB512F3625C2}" type="presParOf" srcId="{44D572C9-AB58-48DB-AC58-5A4CFEC4315F}" destId="{BF7430A5-760F-4E69-AC5B-4D9F67A91BC1}" srcOrd="1" destOrd="0" presId="urn:microsoft.com/office/officeart/2018/5/layout/IconLeafLabelList"/>
    <dgm:cxn modelId="{8A07D940-5F0F-C64C-9C50-E65167EBB4C0}" type="presParOf" srcId="{44D572C9-AB58-48DB-AC58-5A4CFEC4315F}" destId="{D3B5C251-7070-42C4-B5A5-2BD2F6B5C9B1}" srcOrd="2" destOrd="0" presId="urn:microsoft.com/office/officeart/2018/5/layout/IconLeafLabelList"/>
    <dgm:cxn modelId="{763DD2E9-EA79-D74F-8D5B-A11CBFB73B21}" type="presParOf" srcId="{D3B5C251-7070-42C4-B5A5-2BD2F6B5C9B1}" destId="{FE2B23BC-DF46-4200-B94E-4912642E2886}" srcOrd="0" destOrd="0" presId="urn:microsoft.com/office/officeart/2018/5/layout/IconLeafLabelList"/>
    <dgm:cxn modelId="{A7A00710-7964-7948-9FFE-BE26361198BB}" type="presParOf" srcId="{D3B5C251-7070-42C4-B5A5-2BD2F6B5C9B1}" destId="{26408E7E-D61B-4F59-8AE1-A5FFF5A99AC3}" srcOrd="1" destOrd="0" presId="urn:microsoft.com/office/officeart/2018/5/layout/IconLeafLabelList"/>
    <dgm:cxn modelId="{339E432A-E7BC-4B4B-9CF5-B6E3DD6C5D6A}" type="presParOf" srcId="{D3B5C251-7070-42C4-B5A5-2BD2F6B5C9B1}" destId="{324D61E0-4AAF-4707-AB9D-FEF4AADD09B9}" srcOrd="2" destOrd="0" presId="urn:microsoft.com/office/officeart/2018/5/layout/IconLeafLabelList"/>
    <dgm:cxn modelId="{95C37A12-BB61-6241-BB9E-A494267E5D13}" type="presParOf" srcId="{D3B5C251-7070-42C4-B5A5-2BD2F6B5C9B1}" destId="{152525F3-E260-4E02-9697-1FB0962CA795}" srcOrd="3" destOrd="0" presId="urn:microsoft.com/office/officeart/2018/5/layout/IconLeafLabelList"/>
    <dgm:cxn modelId="{F8695E13-23F2-9C4F-9716-D1116C5019EF}" type="presParOf" srcId="{44D572C9-AB58-48DB-AC58-5A4CFEC4315F}" destId="{646E4534-649E-4C8B-8A39-0B25519EDCDD}" srcOrd="3" destOrd="0" presId="urn:microsoft.com/office/officeart/2018/5/layout/IconLeafLabelList"/>
    <dgm:cxn modelId="{79691DD0-7FBD-D741-9F9D-F991CC4BA3C3}" type="presParOf" srcId="{44D572C9-AB58-48DB-AC58-5A4CFEC4315F}" destId="{88F17FED-74E1-C34F-845A-2672FD26DE86}" srcOrd="4" destOrd="0" presId="urn:microsoft.com/office/officeart/2018/5/layout/IconLeafLabelList"/>
    <dgm:cxn modelId="{9C8819B5-CCFC-024F-9CE9-FC345B80E121}" type="presParOf" srcId="{88F17FED-74E1-C34F-845A-2672FD26DE86}" destId="{9453A69B-9F65-4545-A83B-F4D194B8F2AE}" srcOrd="0" destOrd="0" presId="urn:microsoft.com/office/officeart/2018/5/layout/IconLeafLabelList"/>
    <dgm:cxn modelId="{A8B1E16E-31A1-DA49-B6F8-28D849E6947B}" type="presParOf" srcId="{88F17FED-74E1-C34F-845A-2672FD26DE86}" destId="{FED052C1-049F-2846-A3E0-0565A755FB5B}" srcOrd="1" destOrd="0" presId="urn:microsoft.com/office/officeart/2018/5/layout/IconLeafLabelList"/>
    <dgm:cxn modelId="{D32D88EE-7C30-F04E-A736-0D7DD97FBEC7}" type="presParOf" srcId="{88F17FED-74E1-C34F-845A-2672FD26DE86}" destId="{C9040E96-059F-3048-AFCF-1CE7BD10296F}" srcOrd="2" destOrd="0" presId="urn:microsoft.com/office/officeart/2018/5/layout/IconLeafLabelList"/>
    <dgm:cxn modelId="{3702A86D-A2D9-4F46-BF2D-9249DC21A7C0}" type="presParOf" srcId="{88F17FED-74E1-C34F-845A-2672FD26DE86}" destId="{CD55B139-0E11-7245-AD58-E8638571B112}" srcOrd="3" destOrd="0" presId="urn:microsoft.com/office/officeart/2018/5/layout/IconLeafLabelList"/>
    <dgm:cxn modelId="{6D566170-0ACA-5747-A2E1-521A2B4D3219}" type="presParOf" srcId="{44D572C9-AB58-48DB-AC58-5A4CFEC4315F}" destId="{810E2D67-12C9-644E-A163-9C6B305C8078}" srcOrd="5" destOrd="0" presId="urn:microsoft.com/office/officeart/2018/5/layout/IconLeafLabelList"/>
    <dgm:cxn modelId="{93B30A49-09D4-6D4D-8847-718822D53B6D}" type="presParOf" srcId="{44D572C9-AB58-48DB-AC58-5A4CFEC4315F}" destId="{8B2AE357-131D-4D38-B60A-636B9932C1D3}" srcOrd="6" destOrd="0" presId="urn:microsoft.com/office/officeart/2018/5/layout/IconLeafLabelList"/>
    <dgm:cxn modelId="{831B2FB8-6ADE-BA4A-A36C-BA23F4F12BAF}" type="presParOf" srcId="{8B2AE357-131D-4D38-B60A-636B9932C1D3}" destId="{1BE77A8B-8B58-4484-BE7A-9559C8114650}" srcOrd="0" destOrd="0" presId="urn:microsoft.com/office/officeart/2018/5/layout/IconLeafLabelList"/>
    <dgm:cxn modelId="{60A02186-97BF-5F48-8B08-AB1FDC238985}" type="presParOf" srcId="{8B2AE357-131D-4D38-B60A-636B9932C1D3}" destId="{639696D8-69B6-4D26-A297-C7B5D8DAD5EA}" srcOrd="1" destOrd="0" presId="urn:microsoft.com/office/officeart/2018/5/layout/IconLeafLabelList"/>
    <dgm:cxn modelId="{FC02AAD5-3C2E-7B42-929E-47A24F194EA0}" type="presParOf" srcId="{8B2AE357-131D-4D38-B60A-636B9932C1D3}" destId="{3E3D837D-2C91-433C-98C2-9AC0725BEF2A}" srcOrd="2" destOrd="0" presId="urn:microsoft.com/office/officeart/2018/5/layout/IconLeafLabelList"/>
    <dgm:cxn modelId="{5EEA5D95-464F-9A43-AF9B-33BBC36B34CB}" type="presParOf" srcId="{8B2AE357-131D-4D38-B60A-636B9932C1D3}" destId="{2A49E4D6-3BDE-4445-B791-D488752DB6F6}" srcOrd="3" destOrd="0" presId="urn:microsoft.com/office/officeart/2018/5/layout/IconLeafLabelList"/>
    <dgm:cxn modelId="{19A38032-4B71-7E46-AAAA-2D0C60373F5A}" type="presParOf" srcId="{44D572C9-AB58-48DB-AC58-5A4CFEC4315F}" destId="{063AEFC3-9C25-489B-833C-782D02C2D931}" srcOrd="7" destOrd="0" presId="urn:microsoft.com/office/officeart/2018/5/layout/IconLeafLabelList"/>
    <dgm:cxn modelId="{D05A3666-B040-8A4F-9AAB-D13F6F14F02C}" type="presParOf" srcId="{44D572C9-AB58-48DB-AC58-5A4CFEC4315F}" destId="{CEF4F7DA-07DE-3345-9657-21ADD0C45DE7}" srcOrd="8" destOrd="0" presId="urn:microsoft.com/office/officeart/2018/5/layout/IconLeafLabelList"/>
    <dgm:cxn modelId="{FC288204-D080-0348-91D8-F598D52E6D19}" type="presParOf" srcId="{CEF4F7DA-07DE-3345-9657-21ADD0C45DE7}" destId="{BBE07DAF-D1CC-9846-90B4-2BF919A25E7A}" srcOrd="0" destOrd="0" presId="urn:microsoft.com/office/officeart/2018/5/layout/IconLeafLabelList"/>
    <dgm:cxn modelId="{E91D53B4-3A90-0846-B7B7-ADB674E7B9CA}" type="presParOf" srcId="{CEF4F7DA-07DE-3345-9657-21ADD0C45DE7}" destId="{5324906F-1557-2B4A-B576-29B0A5347D66}" srcOrd="1" destOrd="0" presId="urn:microsoft.com/office/officeart/2018/5/layout/IconLeafLabelList"/>
    <dgm:cxn modelId="{91C9F43E-A1AC-8C40-8612-3CA833D72EDF}" type="presParOf" srcId="{CEF4F7DA-07DE-3345-9657-21ADD0C45DE7}" destId="{509344CE-BA54-E240-BC17-115B55F54277}" srcOrd="2" destOrd="0" presId="urn:microsoft.com/office/officeart/2018/5/layout/IconLeafLabelList"/>
    <dgm:cxn modelId="{EF7E2FE9-5252-BB45-B18E-56C78A3319FC}" type="presParOf" srcId="{CEF4F7DA-07DE-3345-9657-21ADD0C45DE7}" destId="{3020E8A4-5E19-E947-A9FB-A84EADA8ADAB}" srcOrd="3" destOrd="0" presId="urn:microsoft.com/office/officeart/2018/5/layout/IconLeafLabelList"/>
    <dgm:cxn modelId="{2B66DF9D-B2E6-0F4A-B085-3876C2B363D6}" type="presParOf" srcId="{44D572C9-AB58-48DB-AC58-5A4CFEC4315F}" destId="{2D8F09EB-6954-3840-94F5-0F0A4441F47D}" srcOrd="9" destOrd="0" presId="urn:microsoft.com/office/officeart/2018/5/layout/IconLeafLabelList"/>
    <dgm:cxn modelId="{F0FDFDEB-75A9-E446-8C8D-7620AEDB4F61}" type="presParOf" srcId="{44D572C9-AB58-48DB-AC58-5A4CFEC4315F}" destId="{A3548973-C09F-4C44-98A8-BA9D9681917F}" srcOrd="10" destOrd="0" presId="urn:microsoft.com/office/officeart/2018/5/layout/IconLeafLabelList"/>
    <dgm:cxn modelId="{131AF2A2-AEFA-B54F-BCC2-EF6FA943BDBB}" type="presParOf" srcId="{A3548973-C09F-4C44-98A8-BA9D9681917F}" destId="{C08D60BA-133D-274C-92D7-901626AAA33A}" srcOrd="0" destOrd="0" presId="urn:microsoft.com/office/officeart/2018/5/layout/IconLeafLabelList"/>
    <dgm:cxn modelId="{96454731-68D1-5548-B3E4-8D9D4024EA99}" type="presParOf" srcId="{A3548973-C09F-4C44-98A8-BA9D9681917F}" destId="{7DD12F44-C42A-E04F-AD3A-E8AAB356D34F}" srcOrd="1" destOrd="0" presId="urn:microsoft.com/office/officeart/2018/5/layout/IconLeafLabelList"/>
    <dgm:cxn modelId="{6F8A3C1F-7657-AE48-8916-EF1CC5576D36}" type="presParOf" srcId="{A3548973-C09F-4C44-98A8-BA9D9681917F}" destId="{D3BA41C2-0E77-5547-B3E9-C9D93620FD62}" srcOrd="2" destOrd="0" presId="urn:microsoft.com/office/officeart/2018/5/layout/IconLeafLabelList"/>
    <dgm:cxn modelId="{BB62BF6B-36D8-0441-ADF1-FE469B8CFB90}" type="presParOf" srcId="{A3548973-C09F-4C44-98A8-BA9D9681917F}" destId="{DE94759A-CED5-0B40-AAD9-B130A91CD5C3}" srcOrd="3" destOrd="0" presId="urn:microsoft.com/office/officeart/2018/5/layout/IconLeafLabelList"/>
    <dgm:cxn modelId="{FF3E20B1-DC3E-4E4F-A64A-9E698CEED21D}" type="presParOf" srcId="{44D572C9-AB58-48DB-AC58-5A4CFEC4315F}" destId="{E5AEA733-243C-5947-87A1-C3B359483BD3}" srcOrd="11" destOrd="0" presId="urn:microsoft.com/office/officeart/2018/5/layout/IconLeafLabelList"/>
    <dgm:cxn modelId="{52F8CE9E-E191-9045-912D-F131E42A9EA6}" type="presParOf" srcId="{44D572C9-AB58-48DB-AC58-5A4CFEC4315F}" destId="{7C1C7657-DFFD-BF4A-A0C9-0D16CED6368A}" srcOrd="12" destOrd="0" presId="urn:microsoft.com/office/officeart/2018/5/layout/IconLeafLabelList"/>
    <dgm:cxn modelId="{EC43D8D9-43C5-8648-BF23-4C0E632620D0}" type="presParOf" srcId="{7C1C7657-DFFD-BF4A-A0C9-0D16CED6368A}" destId="{4F91C941-37EA-2A40-87A3-894196C1FA54}" srcOrd="0" destOrd="0" presId="urn:microsoft.com/office/officeart/2018/5/layout/IconLeafLabelList"/>
    <dgm:cxn modelId="{6C202902-F674-8D4D-BDC2-11F6040F77B1}" type="presParOf" srcId="{7C1C7657-DFFD-BF4A-A0C9-0D16CED6368A}" destId="{577554D5-1EBD-EF46-9E7F-ED69606A5745}" srcOrd="1" destOrd="0" presId="urn:microsoft.com/office/officeart/2018/5/layout/IconLeafLabelList"/>
    <dgm:cxn modelId="{F4F7920E-7983-AC4E-ABAD-DD2B5DCAD205}" type="presParOf" srcId="{7C1C7657-DFFD-BF4A-A0C9-0D16CED6368A}" destId="{3F0331F2-5DE9-ED47-A695-793E0D7810DF}" srcOrd="2" destOrd="0" presId="urn:microsoft.com/office/officeart/2018/5/layout/IconLeafLabelList"/>
    <dgm:cxn modelId="{60F9958D-7E3A-1F4B-862E-CDAA6C54D4D2}" type="presParOf" srcId="{7C1C7657-DFFD-BF4A-A0C9-0D16CED6368A}" destId="{BE587A2E-7398-6E4C-9C4B-EB9EAFC3DD0A}" srcOrd="3" destOrd="0" presId="urn:microsoft.com/office/officeart/2018/5/layout/IconLeafLabelList"/>
    <dgm:cxn modelId="{C79CA98A-B663-264C-BADF-098DC7E99CEC}" type="presParOf" srcId="{44D572C9-AB58-48DB-AC58-5A4CFEC4315F}" destId="{9BC6F99A-CBAA-134B-B229-B3B2A19AE684}" srcOrd="13" destOrd="0" presId="urn:microsoft.com/office/officeart/2018/5/layout/IconLeafLabelList"/>
    <dgm:cxn modelId="{08AE05AB-A2F4-4547-8682-1E756EEC50EB}" type="presParOf" srcId="{44D572C9-AB58-48DB-AC58-5A4CFEC4315F}" destId="{58D0056B-27F7-47F6-AD4F-E3518CD04C87}" srcOrd="14" destOrd="0" presId="urn:microsoft.com/office/officeart/2018/5/layout/IconLeafLabelList"/>
    <dgm:cxn modelId="{C56056DA-5BCC-A448-BFEB-CB871326DECB}" type="presParOf" srcId="{58D0056B-27F7-47F6-AD4F-E3518CD04C87}" destId="{9F7FB685-9BF0-42CD-B61A-285C26255EE1}" srcOrd="0" destOrd="0" presId="urn:microsoft.com/office/officeart/2018/5/layout/IconLeafLabelList"/>
    <dgm:cxn modelId="{F595C131-7569-174B-9880-48C486FC274C}" type="presParOf" srcId="{58D0056B-27F7-47F6-AD4F-E3518CD04C87}" destId="{91E1A84D-844E-4176-8693-412D08E24AC9}" srcOrd="1" destOrd="0" presId="urn:microsoft.com/office/officeart/2018/5/layout/IconLeafLabelList"/>
    <dgm:cxn modelId="{904BC9B2-230E-2542-9BDE-1620AFCBB804}" type="presParOf" srcId="{58D0056B-27F7-47F6-AD4F-E3518CD04C87}" destId="{10C89A91-6727-4C46-8E18-ABF5EA50B936}" srcOrd="2" destOrd="0" presId="urn:microsoft.com/office/officeart/2018/5/layout/IconLeafLabelList"/>
    <dgm:cxn modelId="{42A5CC48-A31F-FA4D-9B2D-26FD1AA09D8A}" type="presParOf" srcId="{58D0056B-27F7-47F6-AD4F-E3518CD04C87}" destId="{65C3419E-C615-4F80-9DEC-029B8BC23F33}" srcOrd="3" destOrd="0" presId="urn:microsoft.com/office/officeart/2018/5/layout/IconLeaf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A254848-B118-4ECE-AC42-4C7E1D527B94}">
      <dsp:nvSpPr>
        <dsp:cNvPr id="0" name=""/>
        <dsp:cNvSpPr/>
      </dsp:nvSpPr>
      <dsp:spPr>
        <a:xfrm>
          <a:off x="410551" y="576"/>
          <a:ext cx="893197" cy="89319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CD2CAF7-7BE4-4AA9-B777-3E886BB56E47}">
      <dsp:nvSpPr>
        <dsp:cNvPr id="0" name=""/>
        <dsp:cNvSpPr/>
      </dsp:nvSpPr>
      <dsp:spPr>
        <a:xfrm>
          <a:off x="600905" y="190930"/>
          <a:ext cx="512490" cy="51249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AECB4148-12BB-42F4-A3B9-024F80565B83}">
      <dsp:nvSpPr>
        <dsp:cNvPr id="0" name=""/>
        <dsp:cNvSpPr/>
      </dsp:nvSpPr>
      <dsp:spPr>
        <a:xfrm>
          <a:off x="125021" y="1171983"/>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Problem Statement </a:t>
          </a:r>
        </a:p>
      </dsp:txBody>
      <dsp:txXfrm>
        <a:off x="125021" y="1171983"/>
        <a:ext cx="1464257" cy="585703"/>
      </dsp:txXfrm>
    </dsp:sp>
    <dsp:sp modelId="{FE2B23BC-DF46-4200-B94E-4912642E2886}">
      <dsp:nvSpPr>
        <dsp:cNvPr id="0" name=""/>
        <dsp:cNvSpPr/>
      </dsp:nvSpPr>
      <dsp:spPr>
        <a:xfrm>
          <a:off x="2131054" y="576"/>
          <a:ext cx="893197" cy="89319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6408E7E-D61B-4F59-8AE1-A5FFF5A99AC3}">
      <dsp:nvSpPr>
        <dsp:cNvPr id="0" name=""/>
        <dsp:cNvSpPr/>
      </dsp:nvSpPr>
      <dsp:spPr>
        <a:xfrm>
          <a:off x="2321407" y="190930"/>
          <a:ext cx="512490" cy="51249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152525F3-E260-4E02-9697-1FB0962CA795}">
      <dsp:nvSpPr>
        <dsp:cNvPr id="0" name=""/>
        <dsp:cNvSpPr/>
      </dsp:nvSpPr>
      <dsp:spPr>
        <a:xfrm>
          <a:off x="1845524" y="1171983"/>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 Business Rules</a:t>
          </a:r>
        </a:p>
      </dsp:txBody>
      <dsp:txXfrm>
        <a:off x="1845524" y="1171983"/>
        <a:ext cx="1464257" cy="585703"/>
      </dsp:txXfrm>
    </dsp:sp>
    <dsp:sp modelId="{9453A69B-9F65-4545-A83B-F4D194B8F2AE}">
      <dsp:nvSpPr>
        <dsp:cNvPr id="0" name=""/>
        <dsp:cNvSpPr/>
      </dsp:nvSpPr>
      <dsp:spPr>
        <a:xfrm>
          <a:off x="3851557" y="576"/>
          <a:ext cx="893197" cy="89319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D052C1-049F-2846-A3E0-0565A755FB5B}">
      <dsp:nvSpPr>
        <dsp:cNvPr id="0" name=""/>
        <dsp:cNvSpPr/>
      </dsp:nvSpPr>
      <dsp:spPr>
        <a:xfrm>
          <a:off x="4041910" y="190930"/>
          <a:ext cx="512490" cy="51249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CD55B139-0E11-7245-AD58-E8638571B112}">
      <dsp:nvSpPr>
        <dsp:cNvPr id="0" name=""/>
        <dsp:cNvSpPr/>
      </dsp:nvSpPr>
      <dsp:spPr>
        <a:xfrm>
          <a:off x="3566027" y="1171983"/>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ERD Diagram</a:t>
          </a:r>
        </a:p>
      </dsp:txBody>
      <dsp:txXfrm>
        <a:off x="3566027" y="1171983"/>
        <a:ext cx="1464257" cy="585703"/>
      </dsp:txXfrm>
    </dsp:sp>
    <dsp:sp modelId="{1BE77A8B-8B58-4484-BE7A-9559C8114650}">
      <dsp:nvSpPr>
        <dsp:cNvPr id="0" name=""/>
        <dsp:cNvSpPr/>
      </dsp:nvSpPr>
      <dsp:spPr>
        <a:xfrm>
          <a:off x="5572060" y="576"/>
          <a:ext cx="893197" cy="893197"/>
        </a:xfrm>
        <a:prstGeom prst="round2DiagRect">
          <a:avLst>
            <a:gd name="adj1" fmla="val 29727"/>
            <a:gd name="adj2" fmla="val 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39696D8-69B6-4D26-A297-C7B5D8DAD5EA}">
      <dsp:nvSpPr>
        <dsp:cNvPr id="0" name=""/>
        <dsp:cNvSpPr/>
      </dsp:nvSpPr>
      <dsp:spPr>
        <a:xfrm>
          <a:off x="5762413" y="190930"/>
          <a:ext cx="512490" cy="51249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2A49E4D6-3BDE-4445-B791-D488752DB6F6}">
      <dsp:nvSpPr>
        <dsp:cNvPr id="0" name=""/>
        <dsp:cNvSpPr/>
      </dsp:nvSpPr>
      <dsp:spPr>
        <a:xfrm>
          <a:off x="5286530" y="1171983"/>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Logical Design</a:t>
          </a:r>
        </a:p>
      </dsp:txBody>
      <dsp:txXfrm>
        <a:off x="5286530" y="1171983"/>
        <a:ext cx="1464257" cy="585703"/>
      </dsp:txXfrm>
    </dsp:sp>
    <dsp:sp modelId="{BBE07DAF-D1CC-9846-90B4-2BF919A25E7A}">
      <dsp:nvSpPr>
        <dsp:cNvPr id="0" name=""/>
        <dsp:cNvSpPr/>
      </dsp:nvSpPr>
      <dsp:spPr>
        <a:xfrm>
          <a:off x="7292563" y="576"/>
          <a:ext cx="893197" cy="893197"/>
        </a:xfrm>
        <a:prstGeom prst="round2DiagRect">
          <a:avLst>
            <a:gd name="adj1" fmla="val 29727"/>
            <a:gd name="adj2" fmla="val 0"/>
          </a:avLst>
        </a:prstGeom>
        <a:solidFill>
          <a:schemeClr val="accent6">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324906F-1557-2B4A-B576-29B0A5347D66}">
      <dsp:nvSpPr>
        <dsp:cNvPr id="0" name=""/>
        <dsp:cNvSpPr/>
      </dsp:nvSpPr>
      <dsp:spPr>
        <a:xfrm>
          <a:off x="7482916" y="190930"/>
          <a:ext cx="512490" cy="512490"/>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3020E8A4-5E19-E947-A9FB-A84EADA8ADAB}">
      <dsp:nvSpPr>
        <dsp:cNvPr id="0" name=""/>
        <dsp:cNvSpPr/>
      </dsp:nvSpPr>
      <dsp:spPr>
        <a:xfrm>
          <a:off x="7007032" y="1171983"/>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Storage</a:t>
          </a:r>
        </a:p>
      </dsp:txBody>
      <dsp:txXfrm>
        <a:off x="7007032" y="1171983"/>
        <a:ext cx="1464257" cy="585703"/>
      </dsp:txXfrm>
    </dsp:sp>
    <dsp:sp modelId="{C08D60BA-133D-274C-92D7-901626AAA33A}">
      <dsp:nvSpPr>
        <dsp:cNvPr id="0" name=""/>
        <dsp:cNvSpPr/>
      </dsp:nvSpPr>
      <dsp:spPr>
        <a:xfrm>
          <a:off x="2131054" y="2123750"/>
          <a:ext cx="893197" cy="89319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D12F44-C42A-E04F-AD3A-E8AAB356D34F}">
      <dsp:nvSpPr>
        <dsp:cNvPr id="0" name=""/>
        <dsp:cNvSpPr/>
      </dsp:nvSpPr>
      <dsp:spPr>
        <a:xfrm>
          <a:off x="2321407" y="2314104"/>
          <a:ext cx="512490" cy="512490"/>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E94759A-CED5-0B40-AAD9-B130A91CD5C3}">
      <dsp:nvSpPr>
        <dsp:cNvPr id="0" name=""/>
        <dsp:cNvSpPr/>
      </dsp:nvSpPr>
      <dsp:spPr>
        <a:xfrm>
          <a:off x="1845524" y="3295156"/>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Backup</a:t>
          </a:r>
        </a:p>
      </dsp:txBody>
      <dsp:txXfrm>
        <a:off x="1845524" y="3295156"/>
        <a:ext cx="1464257" cy="585703"/>
      </dsp:txXfrm>
    </dsp:sp>
    <dsp:sp modelId="{4F91C941-37EA-2A40-87A3-894196C1FA54}">
      <dsp:nvSpPr>
        <dsp:cNvPr id="0" name=""/>
        <dsp:cNvSpPr/>
      </dsp:nvSpPr>
      <dsp:spPr>
        <a:xfrm>
          <a:off x="3851557" y="2123750"/>
          <a:ext cx="893197" cy="89319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7554D5-1EBD-EF46-9E7F-ED69606A5745}">
      <dsp:nvSpPr>
        <dsp:cNvPr id="0" name=""/>
        <dsp:cNvSpPr/>
      </dsp:nvSpPr>
      <dsp:spPr>
        <a:xfrm>
          <a:off x="4041910" y="2314104"/>
          <a:ext cx="512490" cy="512490"/>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9050" cap="rnd" cmpd="sng" algn="ctr">
          <a:solidFill>
            <a:schemeClr val="lt1">
              <a:alpha val="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E587A2E-7398-6E4C-9C4B-EB9EAFC3DD0A}">
      <dsp:nvSpPr>
        <dsp:cNvPr id="0" name=""/>
        <dsp:cNvSpPr/>
      </dsp:nvSpPr>
      <dsp:spPr>
        <a:xfrm>
          <a:off x="3566027" y="3295156"/>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Security</a:t>
          </a:r>
        </a:p>
      </dsp:txBody>
      <dsp:txXfrm>
        <a:off x="3566027" y="3295156"/>
        <a:ext cx="1464257" cy="585703"/>
      </dsp:txXfrm>
    </dsp:sp>
    <dsp:sp modelId="{9F7FB685-9BF0-42CD-B61A-285C26255EE1}">
      <dsp:nvSpPr>
        <dsp:cNvPr id="0" name=""/>
        <dsp:cNvSpPr/>
      </dsp:nvSpPr>
      <dsp:spPr>
        <a:xfrm>
          <a:off x="5572060" y="2123750"/>
          <a:ext cx="893197" cy="89319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1E1A84D-844E-4176-8693-412D08E24AC9}">
      <dsp:nvSpPr>
        <dsp:cNvPr id="0" name=""/>
        <dsp:cNvSpPr/>
      </dsp:nvSpPr>
      <dsp:spPr>
        <a:xfrm>
          <a:off x="5762413" y="2314104"/>
          <a:ext cx="512490" cy="512490"/>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65C3419E-C615-4F80-9DEC-029B8BC23F33}">
      <dsp:nvSpPr>
        <dsp:cNvPr id="0" name=""/>
        <dsp:cNvSpPr/>
      </dsp:nvSpPr>
      <dsp:spPr>
        <a:xfrm>
          <a:off x="5286530" y="3295156"/>
          <a:ext cx="1464257" cy="5857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11200">
            <a:lnSpc>
              <a:spcPct val="100000"/>
            </a:lnSpc>
            <a:spcBef>
              <a:spcPct val="0"/>
            </a:spcBef>
            <a:spcAft>
              <a:spcPct val="35000"/>
            </a:spcAft>
            <a:buNone/>
            <a:defRPr cap="all"/>
          </a:pPr>
          <a:r>
            <a:rPr lang="en-US" sz="1600" kern="1200"/>
            <a:t>Potential Improvements</a:t>
          </a:r>
        </a:p>
      </dsp:txBody>
      <dsp:txXfrm>
        <a:off x="5286530" y="3295156"/>
        <a:ext cx="1464257" cy="585703"/>
      </dsp:txXfrm>
    </dsp:sp>
  </dsp:spTree>
</dsp:drawing>
</file>

<file path=ppt/diagrams/layout1.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8402686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065621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70864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5/27/20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7342537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5/27/20</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0362629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5/27/20</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8849974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5/27/20</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37383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5/27/20</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9811899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5/27/20</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43717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91128403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22914514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327227399"/>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11882598"/>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73ED0CC-082F-4160-86E5-0D6041F12778}"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9703686"/>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88916242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5/27/20</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5925421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073ED0CC-082F-4160-86E5-0D6041F12778}" type="datetime1">
              <a:rPr lang="en-US" smtClean="0"/>
              <a:t>5/27/20</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464477482"/>
      </p:ext>
    </p:extLst>
  </p:cSld>
  <p:clrMap bg1="dk1" tx1="lt1" bg2="dk2" tx2="lt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5" r:id="rId14"/>
    <p:sldLayoutId id="2147483976" r:id="rId15"/>
    <p:sldLayoutId id="2147483977"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app.lucidchart.com/invitations/accept/2d15c12f-c55e-4d40-aeda-091677225b26" TargetMode="External"/><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1D9813-2FCB-4243-9853-6DAF77E97B9F}"/>
              </a:ext>
            </a:extLst>
          </p:cNvPr>
          <p:cNvSpPr>
            <a:spLocks noGrp="1"/>
          </p:cNvSpPr>
          <p:nvPr>
            <p:ph type="title"/>
          </p:nvPr>
        </p:nvSpPr>
        <p:spPr>
          <a:xfrm>
            <a:off x="677334" y="609599"/>
            <a:ext cx="8596668" cy="5396089"/>
          </a:xfrm>
        </p:spPr>
        <p:txBody>
          <a:bodyPr/>
          <a:lstStyle/>
          <a:p>
            <a:r>
              <a:rPr lang="en-US" dirty="0">
                <a:solidFill>
                  <a:schemeClr val="tx1"/>
                </a:solidFill>
              </a:rPr>
              <a:t>COMP306 – DBMS</a:t>
            </a:r>
            <a:br>
              <a:rPr lang="en-US" dirty="0">
                <a:solidFill>
                  <a:schemeClr val="tx1"/>
                </a:solidFill>
              </a:rPr>
            </a:br>
            <a:r>
              <a:rPr lang="en-US" dirty="0">
                <a:solidFill>
                  <a:schemeClr val="tx1"/>
                </a:solidFill>
              </a:rPr>
              <a:t>Banu </a:t>
            </a:r>
            <a:r>
              <a:rPr lang="en-US" dirty="0" err="1">
                <a:solidFill>
                  <a:schemeClr val="tx1"/>
                </a:solidFill>
              </a:rPr>
              <a:t>Yobas</a:t>
            </a:r>
            <a:br>
              <a:rPr lang="en-US" dirty="0">
                <a:solidFill>
                  <a:schemeClr val="tx1"/>
                </a:solidFill>
              </a:rPr>
            </a:br>
            <a:br>
              <a:rPr lang="en-US" dirty="0">
                <a:solidFill>
                  <a:schemeClr val="tx1"/>
                </a:solidFill>
              </a:rPr>
            </a:br>
            <a:r>
              <a:rPr lang="en-US" dirty="0">
                <a:solidFill>
                  <a:schemeClr val="tx1"/>
                </a:solidFill>
              </a:rPr>
              <a:t>Term Project: </a:t>
            </a:r>
            <a:br>
              <a:rPr lang="en-US" dirty="0">
                <a:solidFill>
                  <a:schemeClr val="tx1"/>
                </a:solidFill>
              </a:rPr>
            </a:br>
            <a:r>
              <a:rPr lang="en-US" dirty="0">
                <a:solidFill>
                  <a:schemeClr val="tx1"/>
                </a:solidFill>
              </a:rPr>
              <a:t>Club/Event Activities DB Design and Implementation </a:t>
            </a:r>
            <a:br>
              <a:rPr lang="en-US" dirty="0">
                <a:solidFill>
                  <a:schemeClr val="tx1"/>
                </a:solidFill>
              </a:rPr>
            </a:br>
            <a:br>
              <a:rPr lang="en-US" dirty="0">
                <a:solidFill>
                  <a:schemeClr val="tx1"/>
                </a:solidFill>
              </a:rPr>
            </a:br>
            <a:r>
              <a:rPr lang="en-US" sz="2000" dirty="0" err="1">
                <a:solidFill>
                  <a:schemeClr val="tx1"/>
                </a:solidFill>
              </a:rPr>
              <a:t>Firat</a:t>
            </a:r>
            <a:r>
              <a:rPr lang="en-US" sz="2000" dirty="0">
                <a:solidFill>
                  <a:schemeClr val="tx1"/>
                </a:solidFill>
              </a:rPr>
              <a:t> </a:t>
            </a:r>
            <a:r>
              <a:rPr lang="en-US" sz="2000" dirty="0" err="1">
                <a:solidFill>
                  <a:schemeClr val="tx1"/>
                </a:solidFill>
              </a:rPr>
              <a:t>Tamur</a:t>
            </a:r>
            <a:r>
              <a:rPr lang="en-US" sz="2000" dirty="0">
                <a:solidFill>
                  <a:schemeClr val="tx1"/>
                </a:solidFill>
              </a:rPr>
              <a:t> – 60534</a:t>
            </a:r>
            <a:br>
              <a:rPr lang="en-US" sz="2000" dirty="0">
                <a:solidFill>
                  <a:schemeClr val="tx1"/>
                </a:solidFill>
              </a:rPr>
            </a:br>
            <a:r>
              <a:rPr lang="en-US" sz="2000" dirty="0">
                <a:solidFill>
                  <a:schemeClr val="tx1"/>
                </a:solidFill>
              </a:rPr>
              <a:t>Alp Adnan </a:t>
            </a:r>
            <a:r>
              <a:rPr lang="en-US" sz="2000" dirty="0" err="1">
                <a:solidFill>
                  <a:schemeClr val="tx1"/>
                </a:solidFill>
              </a:rPr>
              <a:t>Basar</a:t>
            </a:r>
            <a:r>
              <a:rPr lang="en-US" sz="2000" dirty="0">
                <a:solidFill>
                  <a:schemeClr val="tx1"/>
                </a:solidFill>
              </a:rPr>
              <a:t> - 60110</a:t>
            </a:r>
          </a:p>
        </p:txBody>
      </p:sp>
    </p:spTree>
    <p:extLst>
      <p:ext uri="{BB962C8B-B14F-4D97-AF65-F5344CB8AC3E}">
        <p14:creationId xmlns:p14="http://schemas.microsoft.com/office/powerpoint/2010/main" val="14285859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9CF534-B1EA-DA45-A9B8-1C6BE0DAEE6D}"/>
              </a:ext>
            </a:extLst>
          </p:cNvPr>
          <p:cNvSpPr>
            <a:spLocks noGrp="1"/>
          </p:cNvSpPr>
          <p:nvPr>
            <p:ph type="title"/>
          </p:nvPr>
        </p:nvSpPr>
        <p:spPr>
          <a:xfrm>
            <a:off x="677334" y="609600"/>
            <a:ext cx="8596668" cy="1320800"/>
          </a:xfrm>
        </p:spPr>
        <p:txBody>
          <a:bodyPr>
            <a:normAutofit/>
          </a:bodyPr>
          <a:lstStyle/>
          <a:p>
            <a:r>
              <a:rPr lang="en-US" dirty="0"/>
              <a:t>Outline</a:t>
            </a:r>
          </a:p>
        </p:txBody>
      </p:sp>
      <p:graphicFrame>
        <p:nvGraphicFramePr>
          <p:cNvPr id="6" name="Content Placeholder 2">
            <a:extLst>
              <a:ext uri="{FF2B5EF4-FFF2-40B4-BE49-F238E27FC236}">
                <a16:creationId xmlns:a16="http://schemas.microsoft.com/office/drawing/2014/main" id="{7E5B1056-2690-1D40-B2FB-206673476CD5}"/>
              </a:ext>
            </a:extLst>
          </p:cNvPr>
          <p:cNvGraphicFramePr>
            <a:graphicFrameLocks/>
          </p:cNvGraphicFramePr>
          <p:nvPr>
            <p:extLst>
              <p:ext uri="{D42A27DB-BD31-4B8C-83A1-F6EECF244321}">
                <p14:modId xmlns:p14="http://schemas.microsoft.com/office/powerpoint/2010/main" val="4133731372"/>
              </p:ext>
            </p:extLst>
          </p:nvPr>
        </p:nvGraphicFramePr>
        <p:xfrm>
          <a:off x="677863" y="2160588"/>
          <a:ext cx="8596312" cy="38814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81504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A9493-C0C3-7347-8CEA-9F1BC266274D}"/>
              </a:ext>
            </a:extLst>
          </p:cNvPr>
          <p:cNvSpPr>
            <a:spLocks noGrp="1"/>
          </p:cNvSpPr>
          <p:nvPr>
            <p:ph type="title"/>
          </p:nvPr>
        </p:nvSpPr>
        <p:spPr/>
        <p:txBody>
          <a:bodyPr/>
          <a:lstStyle/>
          <a:p>
            <a:r>
              <a:rPr lang="en-US" dirty="0"/>
              <a:t>Problem</a:t>
            </a:r>
          </a:p>
        </p:txBody>
      </p:sp>
      <p:sp>
        <p:nvSpPr>
          <p:cNvPr id="3" name="Content Placeholder 2">
            <a:extLst>
              <a:ext uri="{FF2B5EF4-FFF2-40B4-BE49-F238E27FC236}">
                <a16:creationId xmlns:a16="http://schemas.microsoft.com/office/drawing/2014/main" id="{12BD6FB9-E242-544D-B9E1-8E428F7A46D9}"/>
              </a:ext>
            </a:extLst>
          </p:cNvPr>
          <p:cNvSpPr>
            <a:spLocks noGrp="1"/>
          </p:cNvSpPr>
          <p:nvPr>
            <p:ph idx="1"/>
          </p:nvPr>
        </p:nvSpPr>
        <p:spPr>
          <a:xfrm>
            <a:off x="677334" y="2195423"/>
            <a:ext cx="8596668" cy="3880773"/>
          </a:xfrm>
        </p:spPr>
        <p:txBody>
          <a:bodyPr/>
          <a:lstStyle/>
          <a:p>
            <a:r>
              <a:rPr lang="en-US" dirty="0"/>
              <a:t>At Koç University, we have nearly 80 student clubs. Each club has its active members and committee records. Almost every month some of these clubs organize events, and students from </a:t>
            </a:r>
            <a:r>
              <a:rPr lang="en-US" dirty="0" err="1"/>
              <a:t>Koc</a:t>
            </a:r>
            <a:r>
              <a:rPr lang="en-US" dirty="0"/>
              <a:t> University and other universities are welcomed to join them. We aim to design a database that can manage such club events and activities.</a:t>
            </a:r>
          </a:p>
        </p:txBody>
      </p:sp>
    </p:spTree>
    <p:extLst>
      <p:ext uri="{BB962C8B-B14F-4D97-AF65-F5344CB8AC3E}">
        <p14:creationId xmlns:p14="http://schemas.microsoft.com/office/powerpoint/2010/main" val="1350399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24CB15-6AE5-C740-9A2E-B61821666BA0}"/>
              </a:ext>
            </a:extLst>
          </p:cNvPr>
          <p:cNvSpPr>
            <a:spLocks noGrp="1"/>
          </p:cNvSpPr>
          <p:nvPr>
            <p:ph type="title"/>
          </p:nvPr>
        </p:nvSpPr>
        <p:spPr/>
        <p:txBody>
          <a:bodyPr/>
          <a:lstStyle/>
          <a:p>
            <a:r>
              <a:rPr lang="en-US" dirty="0"/>
              <a:t>Business Rules</a:t>
            </a:r>
          </a:p>
        </p:txBody>
      </p:sp>
      <p:sp>
        <p:nvSpPr>
          <p:cNvPr id="3" name="Content Placeholder 2">
            <a:extLst>
              <a:ext uri="{FF2B5EF4-FFF2-40B4-BE49-F238E27FC236}">
                <a16:creationId xmlns:a16="http://schemas.microsoft.com/office/drawing/2014/main" id="{ABF4342D-A958-5D4F-95A9-8AAA7DD7E8F3}"/>
              </a:ext>
            </a:extLst>
          </p:cNvPr>
          <p:cNvSpPr>
            <a:spLocks noGrp="1"/>
          </p:cNvSpPr>
          <p:nvPr>
            <p:ph idx="1"/>
          </p:nvPr>
        </p:nvSpPr>
        <p:spPr>
          <a:xfrm>
            <a:off x="677334" y="2198286"/>
            <a:ext cx="8596668" cy="1598651"/>
          </a:xfrm>
        </p:spPr>
        <p:txBody>
          <a:bodyPr/>
          <a:lstStyle/>
          <a:p>
            <a:r>
              <a:rPr lang="en-US" dirty="0"/>
              <a:t>Business rules are defined respect to Koç University’s Clubs and Events.  </a:t>
            </a:r>
          </a:p>
          <a:p>
            <a:pPr lvl="1"/>
            <a:endParaRPr lang="en-US" dirty="0"/>
          </a:p>
        </p:txBody>
      </p:sp>
    </p:spTree>
    <p:extLst>
      <p:ext uri="{BB962C8B-B14F-4D97-AF65-F5344CB8AC3E}">
        <p14:creationId xmlns:p14="http://schemas.microsoft.com/office/powerpoint/2010/main" val="32795373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D562DE-DD1F-424D-86E3-484B07090354}"/>
              </a:ext>
            </a:extLst>
          </p:cNvPr>
          <p:cNvSpPr>
            <a:spLocks noGrp="1"/>
          </p:cNvSpPr>
          <p:nvPr>
            <p:ph type="title"/>
          </p:nvPr>
        </p:nvSpPr>
        <p:spPr>
          <a:xfrm>
            <a:off x="677334" y="609600"/>
            <a:ext cx="8596668" cy="661851"/>
          </a:xfrm>
        </p:spPr>
        <p:txBody>
          <a:bodyPr/>
          <a:lstStyle/>
          <a:p>
            <a:r>
              <a:rPr lang="en-US" dirty="0"/>
              <a:t>ERD Diagram</a:t>
            </a:r>
          </a:p>
        </p:txBody>
      </p:sp>
      <p:pic>
        <p:nvPicPr>
          <p:cNvPr id="5" name="Picture 4" descr="A close up of text on a white background&#10;&#10;Description automatically generated">
            <a:extLst>
              <a:ext uri="{FF2B5EF4-FFF2-40B4-BE49-F238E27FC236}">
                <a16:creationId xmlns:a16="http://schemas.microsoft.com/office/drawing/2014/main" id="{450289D2-6F1C-DB41-9B9D-59BB37E1D58F}"/>
              </a:ext>
            </a:extLst>
          </p:cNvPr>
          <p:cNvPicPr>
            <a:picLocks noChangeAspect="1"/>
          </p:cNvPicPr>
          <p:nvPr/>
        </p:nvPicPr>
        <p:blipFill>
          <a:blip r:embed="rId2"/>
          <a:stretch>
            <a:fillRect/>
          </a:stretch>
        </p:blipFill>
        <p:spPr>
          <a:xfrm>
            <a:off x="2160353" y="1506487"/>
            <a:ext cx="6513384" cy="4197915"/>
          </a:xfrm>
          <a:prstGeom prst="rect">
            <a:avLst/>
          </a:prstGeom>
        </p:spPr>
      </p:pic>
      <p:sp>
        <p:nvSpPr>
          <p:cNvPr id="8" name="TextBox 7">
            <a:extLst>
              <a:ext uri="{FF2B5EF4-FFF2-40B4-BE49-F238E27FC236}">
                <a16:creationId xmlns:a16="http://schemas.microsoft.com/office/drawing/2014/main" id="{BD091BCB-E271-0246-A29C-F962512BE5B4}"/>
              </a:ext>
            </a:extLst>
          </p:cNvPr>
          <p:cNvSpPr txBox="1"/>
          <p:nvPr/>
        </p:nvSpPr>
        <p:spPr>
          <a:xfrm>
            <a:off x="888274" y="5934670"/>
            <a:ext cx="7437120" cy="369332"/>
          </a:xfrm>
          <a:prstGeom prst="rect">
            <a:avLst/>
          </a:prstGeom>
          <a:noFill/>
        </p:spPr>
        <p:txBody>
          <a:bodyPr wrap="square" rtlCol="0">
            <a:spAutoFit/>
          </a:bodyPr>
          <a:lstStyle/>
          <a:p>
            <a:pPr marL="285750" indent="-285750">
              <a:buFont typeface="Arial" panose="020B0604020202020204" pitchFamily="34" charset="0"/>
              <a:buChar char="•"/>
            </a:pPr>
            <a:r>
              <a:rPr lang="en-US" dirty="0"/>
              <a:t>Click the link </a:t>
            </a:r>
            <a:r>
              <a:rPr lang="en-US" u="sng" dirty="0">
                <a:hlinkClick r:id="rId3"/>
              </a:rPr>
              <a:t>here</a:t>
            </a:r>
            <a:r>
              <a:rPr lang="en-US" dirty="0"/>
              <a:t> to access full image.</a:t>
            </a:r>
          </a:p>
        </p:txBody>
      </p:sp>
    </p:spTree>
    <p:extLst>
      <p:ext uri="{BB962C8B-B14F-4D97-AF65-F5344CB8AC3E}">
        <p14:creationId xmlns:p14="http://schemas.microsoft.com/office/powerpoint/2010/main" val="35515960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193EF3-A78B-C34F-B287-499F5B0DF4ED}"/>
              </a:ext>
            </a:extLst>
          </p:cNvPr>
          <p:cNvSpPr>
            <a:spLocks noGrp="1"/>
          </p:cNvSpPr>
          <p:nvPr>
            <p:ph type="title"/>
          </p:nvPr>
        </p:nvSpPr>
        <p:spPr/>
        <p:txBody>
          <a:bodyPr/>
          <a:lstStyle/>
          <a:p>
            <a:r>
              <a:rPr lang="en-US" dirty="0"/>
              <a:t>Logical Design</a:t>
            </a:r>
          </a:p>
        </p:txBody>
      </p:sp>
      <p:sp>
        <p:nvSpPr>
          <p:cNvPr id="5" name="Content Placeholder 2">
            <a:extLst>
              <a:ext uri="{FF2B5EF4-FFF2-40B4-BE49-F238E27FC236}">
                <a16:creationId xmlns:a16="http://schemas.microsoft.com/office/drawing/2014/main" id="{42BE3379-7577-764A-A83D-B003C8AB98D8}"/>
              </a:ext>
            </a:extLst>
          </p:cNvPr>
          <p:cNvSpPr>
            <a:spLocks noGrp="1"/>
          </p:cNvSpPr>
          <p:nvPr>
            <p:ph idx="1"/>
          </p:nvPr>
        </p:nvSpPr>
        <p:spPr>
          <a:xfrm>
            <a:off x="677334" y="2198286"/>
            <a:ext cx="8596668" cy="1598651"/>
          </a:xfrm>
        </p:spPr>
        <p:txBody>
          <a:bodyPr/>
          <a:lstStyle/>
          <a:p>
            <a:r>
              <a:rPr lang="en-US" dirty="0"/>
              <a:t>We converted our all conceptual design to logical design by creating tables, then we applied 1NF, 2NF, 3NF and BCNF to our logical design to remove anomalies and redundancies.</a:t>
            </a:r>
          </a:p>
        </p:txBody>
      </p:sp>
    </p:spTree>
    <p:extLst>
      <p:ext uri="{BB962C8B-B14F-4D97-AF65-F5344CB8AC3E}">
        <p14:creationId xmlns:p14="http://schemas.microsoft.com/office/powerpoint/2010/main" val="284765606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9EFA6-CF20-3448-9772-8B5349AD7188}"/>
              </a:ext>
            </a:extLst>
          </p:cNvPr>
          <p:cNvSpPr>
            <a:spLocks noGrp="1"/>
          </p:cNvSpPr>
          <p:nvPr>
            <p:ph type="title"/>
          </p:nvPr>
        </p:nvSpPr>
        <p:spPr/>
        <p:txBody>
          <a:bodyPr/>
          <a:lstStyle/>
          <a:p>
            <a:r>
              <a:rPr lang="en-US" dirty="0"/>
              <a:t>Views</a:t>
            </a:r>
          </a:p>
        </p:txBody>
      </p:sp>
      <p:sp>
        <p:nvSpPr>
          <p:cNvPr id="4" name="Content Placeholder 2">
            <a:extLst>
              <a:ext uri="{FF2B5EF4-FFF2-40B4-BE49-F238E27FC236}">
                <a16:creationId xmlns:a16="http://schemas.microsoft.com/office/drawing/2014/main" id="{5ABD43DE-162F-D849-8095-2E2E7CF6B4C6}"/>
              </a:ext>
            </a:extLst>
          </p:cNvPr>
          <p:cNvSpPr>
            <a:spLocks noGrp="1"/>
          </p:cNvSpPr>
          <p:nvPr>
            <p:ph idx="1"/>
          </p:nvPr>
        </p:nvSpPr>
        <p:spPr>
          <a:xfrm>
            <a:off x="677334" y="2198286"/>
            <a:ext cx="8596668" cy="3540663"/>
          </a:xfrm>
        </p:spPr>
        <p:txBody>
          <a:bodyPr/>
          <a:lstStyle/>
          <a:p>
            <a:r>
              <a:rPr lang="en-US" dirty="0"/>
              <a:t>Some of our important views:</a:t>
            </a:r>
          </a:p>
          <a:p>
            <a:pPr lvl="1"/>
            <a:r>
              <a:rPr lang="en-US" dirty="0"/>
              <a:t>Presidents: Shows list of all club presidents and their club’s names</a:t>
            </a:r>
          </a:p>
          <a:p>
            <a:pPr lvl="1"/>
            <a:r>
              <a:rPr lang="en-US" dirty="0"/>
              <a:t>Project Leaders: Shows list of all project leaders (responsible from event)</a:t>
            </a:r>
          </a:p>
          <a:p>
            <a:pPr lvl="1"/>
            <a:r>
              <a:rPr lang="en-US" dirty="0"/>
              <a:t>Committee members: Shows list of all committee members and their committee’s name and club’s name</a:t>
            </a:r>
          </a:p>
          <a:p>
            <a:pPr lvl="1"/>
            <a:r>
              <a:rPr lang="en-US" dirty="0"/>
              <a:t>Participant Contact Info: Shows list of all participants email and phone numbers</a:t>
            </a:r>
          </a:p>
          <a:p>
            <a:pPr lvl="1"/>
            <a:r>
              <a:rPr lang="en-US" dirty="0"/>
              <a:t>Events: Shows list of all events organized by clubs.</a:t>
            </a:r>
          </a:p>
          <a:p>
            <a:pPr marL="457200" lvl="1" indent="0">
              <a:buNone/>
            </a:pPr>
            <a:endParaRPr lang="en-US" dirty="0"/>
          </a:p>
          <a:p>
            <a:pPr lvl="1"/>
            <a:endParaRPr lang="en-US" dirty="0"/>
          </a:p>
          <a:p>
            <a:pPr lvl="1"/>
            <a:endParaRPr lang="en-US" dirty="0"/>
          </a:p>
        </p:txBody>
      </p:sp>
    </p:spTree>
    <p:extLst>
      <p:ext uri="{BB962C8B-B14F-4D97-AF65-F5344CB8AC3E}">
        <p14:creationId xmlns:p14="http://schemas.microsoft.com/office/powerpoint/2010/main" val="7037672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A4FD3F-5B9C-8C4F-A5DA-A68649206E47}"/>
              </a:ext>
            </a:extLst>
          </p:cNvPr>
          <p:cNvSpPr>
            <a:spLocks noGrp="1"/>
          </p:cNvSpPr>
          <p:nvPr>
            <p:ph type="title"/>
          </p:nvPr>
        </p:nvSpPr>
        <p:spPr/>
        <p:txBody>
          <a:bodyPr/>
          <a:lstStyle/>
          <a:p>
            <a:r>
              <a:rPr lang="en-US" dirty="0"/>
              <a:t>Triggers</a:t>
            </a:r>
          </a:p>
        </p:txBody>
      </p:sp>
      <p:sp>
        <p:nvSpPr>
          <p:cNvPr id="3" name="Content Placeholder 2">
            <a:extLst>
              <a:ext uri="{FF2B5EF4-FFF2-40B4-BE49-F238E27FC236}">
                <a16:creationId xmlns:a16="http://schemas.microsoft.com/office/drawing/2014/main" id="{2AD257DA-9C0F-BB40-A69C-802D6EBB381F}"/>
              </a:ext>
            </a:extLst>
          </p:cNvPr>
          <p:cNvSpPr>
            <a:spLocks noGrp="1"/>
          </p:cNvSpPr>
          <p:nvPr>
            <p:ph idx="1"/>
          </p:nvPr>
        </p:nvSpPr>
        <p:spPr/>
        <p:txBody>
          <a:bodyPr/>
          <a:lstStyle/>
          <a:p>
            <a:r>
              <a:rPr lang="en-US" dirty="0"/>
              <a:t>Some of our Triggers:</a:t>
            </a:r>
          </a:p>
          <a:p>
            <a:pPr lvl="1"/>
            <a:r>
              <a:rPr lang="en-US" dirty="0"/>
              <a:t>Check email validity. </a:t>
            </a:r>
            <a:r>
              <a:rPr lang="en-US" dirty="0" err="1"/>
              <a:t>Koc</a:t>
            </a:r>
            <a:r>
              <a:rPr lang="en-US" dirty="0"/>
              <a:t> university students’ emails must include ‘@</a:t>
            </a:r>
            <a:r>
              <a:rPr lang="en-US" dirty="0" err="1"/>
              <a:t>ku.edu.tr</a:t>
            </a:r>
            <a:r>
              <a:rPr lang="en-US" dirty="0"/>
              <a:t>’</a:t>
            </a:r>
          </a:p>
          <a:p>
            <a:pPr lvl="1"/>
            <a:r>
              <a:rPr lang="en-US" dirty="0"/>
              <a:t>Check date and class </a:t>
            </a:r>
            <a:r>
              <a:rPr lang="en-US" dirty="0" err="1"/>
              <a:t>avaibility</a:t>
            </a:r>
            <a:r>
              <a:rPr lang="en-US" dirty="0"/>
              <a:t> for events</a:t>
            </a:r>
          </a:p>
          <a:p>
            <a:pPr lvl="1"/>
            <a:r>
              <a:rPr lang="en-US" dirty="0"/>
              <a:t>Create and assign 3 committees when a new club is created</a:t>
            </a:r>
          </a:p>
          <a:p>
            <a:pPr marL="457200" lvl="1" indent="0">
              <a:buNone/>
            </a:pPr>
            <a:endParaRPr lang="en-US" dirty="0"/>
          </a:p>
        </p:txBody>
      </p:sp>
    </p:spTree>
    <p:extLst>
      <p:ext uri="{BB962C8B-B14F-4D97-AF65-F5344CB8AC3E}">
        <p14:creationId xmlns:p14="http://schemas.microsoft.com/office/powerpoint/2010/main" val="32687989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94C5A-06F1-DD41-823D-A660F7C74C68}"/>
              </a:ext>
            </a:extLst>
          </p:cNvPr>
          <p:cNvSpPr>
            <a:spLocks noGrp="1"/>
          </p:cNvSpPr>
          <p:nvPr>
            <p:ph type="title"/>
          </p:nvPr>
        </p:nvSpPr>
        <p:spPr/>
        <p:txBody>
          <a:bodyPr/>
          <a:lstStyle/>
          <a:p>
            <a:r>
              <a:rPr lang="en-US" dirty="0"/>
              <a:t>Storage</a:t>
            </a:r>
          </a:p>
        </p:txBody>
      </p:sp>
      <p:sp>
        <p:nvSpPr>
          <p:cNvPr id="3" name="Content Placeholder 2">
            <a:extLst>
              <a:ext uri="{FF2B5EF4-FFF2-40B4-BE49-F238E27FC236}">
                <a16:creationId xmlns:a16="http://schemas.microsoft.com/office/drawing/2014/main" id="{E4D02755-0F47-174D-BAEA-924B7AA9620C}"/>
              </a:ext>
            </a:extLst>
          </p:cNvPr>
          <p:cNvSpPr>
            <a:spLocks noGrp="1"/>
          </p:cNvSpPr>
          <p:nvPr>
            <p:ph idx="1"/>
          </p:nvPr>
        </p:nvSpPr>
        <p:spPr/>
        <p:txBody>
          <a:bodyPr/>
          <a:lstStyle/>
          <a:p>
            <a:r>
              <a:rPr lang="en-US" dirty="0"/>
              <a:t>Table Spaces and Raid Types:</a:t>
            </a:r>
          </a:p>
          <a:p>
            <a:pPr lvl="1"/>
            <a:r>
              <a:rPr lang="en-US" dirty="0"/>
              <a:t>Club Table Space: Includes club related tables – Raid 5</a:t>
            </a:r>
          </a:p>
          <a:p>
            <a:pPr lvl="1"/>
            <a:r>
              <a:rPr lang="en-US" dirty="0"/>
              <a:t>Event Table Space: Includes event related tables – Raid 5</a:t>
            </a:r>
          </a:p>
          <a:p>
            <a:pPr lvl="1"/>
            <a:r>
              <a:rPr lang="en-US" dirty="0"/>
              <a:t>View Table Space: Includes views - Raid 10</a:t>
            </a:r>
          </a:p>
          <a:p>
            <a:pPr marL="457200" lvl="1" indent="0">
              <a:buNone/>
            </a:pPr>
            <a:endParaRPr lang="en-US" dirty="0"/>
          </a:p>
        </p:txBody>
      </p:sp>
    </p:spTree>
    <p:extLst>
      <p:ext uri="{BB962C8B-B14F-4D97-AF65-F5344CB8AC3E}">
        <p14:creationId xmlns:p14="http://schemas.microsoft.com/office/powerpoint/2010/main" val="42071779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42B2C1-39C3-2443-A76F-F70FCF5244EC}"/>
              </a:ext>
            </a:extLst>
          </p:cNvPr>
          <p:cNvSpPr>
            <a:spLocks noGrp="1"/>
          </p:cNvSpPr>
          <p:nvPr>
            <p:ph type="title"/>
          </p:nvPr>
        </p:nvSpPr>
        <p:spPr/>
        <p:txBody>
          <a:bodyPr/>
          <a:lstStyle/>
          <a:p>
            <a:r>
              <a:rPr lang="en-US" dirty="0"/>
              <a:t>Backup</a:t>
            </a:r>
          </a:p>
        </p:txBody>
      </p:sp>
      <p:sp>
        <p:nvSpPr>
          <p:cNvPr id="3" name="Content Placeholder 2">
            <a:extLst>
              <a:ext uri="{FF2B5EF4-FFF2-40B4-BE49-F238E27FC236}">
                <a16:creationId xmlns:a16="http://schemas.microsoft.com/office/drawing/2014/main" id="{4A4D991E-DB42-E746-9CAE-D433A9A7D64E}"/>
              </a:ext>
            </a:extLst>
          </p:cNvPr>
          <p:cNvSpPr>
            <a:spLocks noGrp="1"/>
          </p:cNvSpPr>
          <p:nvPr>
            <p:ph idx="1"/>
          </p:nvPr>
        </p:nvSpPr>
        <p:spPr/>
        <p:txBody>
          <a:bodyPr/>
          <a:lstStyle/>
          <a:p>
            <a:r>
              <a:rPr lang="en-US" dirty="0"/>
              <a:t>Full Backup every Friday</a:t>
            </a:r>
          </a:p>
          <a:p>
            <a:r>
              <a:rPr lang="en-US" dirty="0"/>
              <a:t>Differential Backup every day. </a:t>
            </a:r>
          </a:p>
        </p:txBody>
      </p:sp>
    </p:spTree>
    <p:extLst>
      <p:ext uri="{BB962C8B-B14F-4D97-AF65-F5344CB8AC3E}">
        <p14:creationId xmlns:p14="http://schemas.microsoft.com/office/powerpoint/2010/main" val="23779119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323D3-DF90-1748-9C7F-AB4CA0483021}"/>
              </a:ext>
            </a:extLst>
          </p:cNvPr>
          <p:cNvSpPr>
            <a:spLocks noGrp="1"/>
          </p:cNvSpPr>
          <p:nvPr>
            <p:ph type="title"/>
          </p:nvPr>
        </p:nvSpPr>
        <p:spPr/>
        <p:txBody>
          <a:bodyPr/>
          <a:lstStyle/>
          <a:p>
            <a:r>
              <a:rPr lang="en-US" dirty="0"/>
              <a:t>Security</a:t>
            </a:r>
          </a:p>
        </p:txBody>
      </p:sp>
      <p:sp>
        <p:nvSpPr>
          <p:cNvPr id="3" name="Content Placeholder 2">
            <a:extLst>
              <a:ext uri="{FF2B5EF4-FFF2-40B4-BE49-F238E27FC236}">
                <a16:creationId xmlns:a16="http://schemas.microsoft.com/office/drawing/2014/main" id="{445B7716-96F4-AA46-AF17-7B6F8A19005B}"/>
              </a:ext>
            </a:extLst>
          </p:cNvPr>
          <p:cNvSpPr>
            <a:spLocks noGrp="1"/>
          </p:cNvSpPr>
          <p:nvPr>
            <p:ph idx="1"/>
          </p:nvPr>
        </p:nvSpPr>
        <p:spPr/>
        <p:txBody>
          <a:bodyPr/>
          <a:lstStyle/>
          <a:p>
            <a:r>
              <a:rPr lang="en-US" dirty="0"/>
              <a:t>DBA is IT employees at Koç University. </a:t>
            </a:r>
          </a:p>
          <a:p>
            <a:r>
              <a:rPr lang="en-US" dirty="0"/>
              <a:t>Roles:</a:t>
            </a:r>
          </a:p>
          <a:p>
            <a:pPr lvl="1"/>
            <a:r>
              <a:rPr lang="en-US" dirty="0"/>
              <a:t>Dean of Students</a:t>
            </a:r>
          </a:p>
          <a:p>
            <a:pPr lvl="1"/>
            <a:r>
              <a:rPr lang="en-US" dirty="0"/>
              <a:t>Presidents</a:t>
            </a:r>
          </a:p>
          <a:p>
            <a:pPr lvl="1"/>
            <a:r>
              <a:rPr lang="en-US" dirty="0"/>
              <a:t>Project Leaders</a:t>
            </a:r>
          </a:p>
          <a:p>
            <a:pPr lvl="1"/>
            <a:r>
              <a:rPr lang="en-US" dirty="0"/>
              <a:t>Sponsorship Committee Members</a:t>
            </a:r>
          </a:p>
          <a:p>
            <a:pPr lvl="1"/>
            <a:r>
              <a:rPr lang="en-US" dirty="0"/>
              <a:t>Application Users</a:t>
            </a:r>
          </a:p>
        </p:txBody>
      </p:sp>
    </p:spTree>
    <p:extLst>
      <p:ext uri="{BB962C8B-B14F-4D97-AF65-F5344CB8AC3E}">
        <p14:creationId xmlns:p14="http://schemas.microsoft.com/office/powerpoint/2010/main" val="35235778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C4ACE-109F-1541-9060-AC54872B3C4A}"/>
              </a:ext>
            </a:extLst>
          </p:cNvPr>
          <p:cNvSpPr>
            <a:spLocks noGrp="1"/>
          </p:cNvSpPr>
          <p:nvPr>
            <p:ph type="title"/>
          </p:nvPr>
        </p:nvSpPr>
        <p:spPr/>
        <p:txBody>
          <a:bodyPr/>
          <a:lstStyle/>
          <a:p>
            <a:r>
              <a:rPr lang="en-US" dirty="0"/>
              <a:t>Future Improvements</a:t>
            </a:r>
          </a:p>
        </p:txBody>
      </p:sp>
      <p:sp>
        <p:nvSpPr>
          <p:cNvPr id="3" name="Content Placeholder 2">
            <a:extLst>
              <a:ext uri="{FF2B5EF4-FFF2-40B4-BE49-F238E27FC236}">
                <a16:creationId xmlns:a16="http://schemas.microsoft.com/office/drawing/2014/main" id="{BA34FC9C-1870-0547-86E3-D4D4C3103AB5}"/>
              </a:ext>
            </a:extLst>
          </p:cNvPr>
          <p:cNvSpPr>
            <a:spLocks noGrp="1"/>
          </p:cNvSpPr>
          <p:nvPr>
            <p:ph idx="1"/>
          </p:nvPr>
        </p:nvSpPr>
        <p:spPr/>
        <p:txBody>
          <a:bodyPr/>
          <a:lstStyle/>
          <a:p>
            <a:r>
              <a:rPr lang="en-US" dirty="0"/>
              <a:t>If we had two weeks or more time, we would design a website application for our users. Koç university students could directly access the website with their email and student id. Koç university students could join clubs easily via the web interface. Events and tickets could be displayed on the website and participants could join events on the website. </a:t>
            </a:r>
          </a:p>
          <a:p>
            <a:pPr marL="0" indent="0">
              <a:buNone/>
            </a:pPr>
            <a:endParaRPr lang="en-US" dirty="0"/>
          </a:p>
        </p:txBody>
      </p:sp>
    </p:spTree>
    <p:extLst>
      <p:ext uri="{BB962C8B-B14F-4D97-AF65-F5344CB8AC3E}">
        <p14:creationId xmlns:p14="http://schemas.microsoft.com/office/powerpoint/2010/main" val="227461560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otalTime>276</TotalTime>
  <Words>419</Words>
  <Application>Microsoft Macintosh PowerPoint</Application>
  <PresentationFormat>Widescreen</PresentationFormat>
  <Paragraphs>49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COMP306 – DBMS Banu Yobas  Term Project:  Club/Event Activities DB Design and Implementation   Firat Tamur – 60534 Alp Adnan Basar - 60110</vt:lpstr>
      <vt:lpstr>Outline</vt:lpstr>
      <vt:lpstr>Problem</vt:lpstr>
      <vt:lpstr>Business Rules</vt:lpstr>
      <vt:lpstr>ERD Diagram</vt:lpstr>
      <vt:lpstr>Logical Design</vt:lpstr>
      <vt:lpstr>Views</vt:lpstr>
      <vt:lpstr>Triggers</vt:lpstr>
      <vt:lpstr>Storage</vt:lpstr>
      <vt:lpstr>Backup</vt:lpstr>
      <vt:lpstr>Security</vt:lpstr>
      <vt:lpstr>Future Improvements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COMP306 – DBMS Banu Yobas  Term Project:  Club/Event Activities DB Design and Implementation   Firat Tamur – 60534 Alp Adnan Basar - id</dc:title>
  <dc:creator>FIRAT TAMUR</dc:creator>
  <cp:lastModifiedBy>FIRAT TAMUR</cp:lastModifiedBy>
  <cp:revision>14</cp:revision>
  <dcterms:created xsi:type="dcterms:W3CDTF">2020-05-25T17:00:19Z</dcterms:created>
  <dcterms:modified xsi:type="dcterms:W3CDTF">2020-05-27T12:27:07Z</dcterms:modified>
</cp:coreProperties>
</file>